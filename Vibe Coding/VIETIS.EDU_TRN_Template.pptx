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323" r:id="rId3"/>
    <p:sldId id="324" r:id="rId4"/>
    <p:sldId id="273" r:id="rId5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9C9C"/>
    <a:srgbClr val="EFF8F8"/>
    <a:srgbClr val="F26435"/>
    <a:srgbClr val="F66636"/>
    <a:srgbClr val="E36C09"/>
    <a:srgbClr val="0C9D9D"/>
    <a:srgbClr val="E0FAF9"/>
    <a:srgbClr val="F1FDFC"/>
    <a:srgbClr val="4BACC6"/>
    <a:srgbClr val="03A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8" autoAdjust="0"/>
    <p:restoredTop sz="94694" autoAdjust="0"/>
  </p:normalViewPr>
  <p:slideViewPr>
    <p:cSldViewPr>
      <p:cViewPr>
        <p:scale>
          <a:sx n="50" d="100"/>
          <a:sy n="50" d="100"/>
        </p:scale>
        <p:origin x="561" y="32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0ADF0F-AB43-4B2D-92FA-94EA315EF811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C10F3D-E687-432A-AFFA-D808ADD837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916870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3CA46-FBAB-4E6B-9EE5-00381C37A7E7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241D57-2DC9-4F10-A387-A5B8CC69B7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6779968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41D57-2DC9-4F10-A387-A5B8CC69B70E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9473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41D57-2DC9-4F10-A387-A5B8CC69B70E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4991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41D57-2DC9-4F10-A387-A5B8CC69B70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6481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50" b="0" i="0">
                <a:solidFill>
                  <a:schemeClr val="bg1"/>
                </a:solidFill>
                <a:latin typeface="IPAPGothic"/>
                <a:cs typeface="IPAP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292E3A"/>
                </a:solidFill>
                <a:latin typeface="IPAPGothic"/>
                <a:cs typeface="IPAP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A39A9A"/>
                </a:solidFill>
                <a:latin typeface="Trebuchet MS"/>
                <a:cs typeface="Trebuchet MS"/>
              </a:defRPr>
            </a:lvl1pPr>
          </a:lstStyle>
          <a:p>
            <a:pPr marL="39370">
              <a:lnSpc>
                <a:spcPts val="1925"/>
              </a:lnSpc>
            </a:pPr>
            <a:r>
              <a:rPr spc="-390">
                <a:latin typeface="Verdana"/>
                <a:cs typeface="Verdana"/>
              </a:rPr>
              <a:t>©</a:t>
            </a:r>
            <a:r>
              <a:rPr spc="-110">
                <a:latin typeface="Verdana"/>
                <a:cs typeface="Verdana"/>
              </a:rPr>
              <a:t> </a:t>
            </a:r>
            <a:r>
              <a:rPr spc="-114">
                <a:latin typeface="Verdana"/>
                <a:cs typeface="Verdana"/>
              </a:rPr>
              <a:t>2023</a:t>
            </a:r>
            <a:r>
              <a:rPr spc="-110">
                <a:latin typeface="Verdana"/>
                <a:cs typeface="Verdana"/>
              </a:rPr>
              <a:t> </a:t>
            </a:r>
            <a:r>
              <a:rPr spc="-95">
                <a:latin typeface="Verdana"/>
                <a:cs typeface="Verdana"/>
              </a:rPr>
              <a:t>VIETIS</a:t>
            </a:r>
            <a:r>
              <a:rPr spc="-110">
                <a:latin typeface="Verdana"/>
                <a:cs typeface="Verdana"/>
              </a:rPr>
              <a:t> </a:t>
            </a:r>
            <a:r>
              <a:rPr spc="-80">
                <a:latin typeface="Verdana"/>
                <a:cs typeface="Verdana"/>
              </a:rPr>
              <a:t>Edu</a:t>
            </a:r>
            <a:r>
              <a:rPr spc="-100">
                <a:latin typeface="Verdana"/>
                <a:cs typeface="Verdana"/>
              </a:rPr>
              <a:t>. </a:t>
            </a:r>
            <a:r>
              <a:rPr spc="-285">
                <a:latin typeface="Verdana"/>
                <a:cs typeface="Verdana"/>
              </a:rPr>
              <a:t>|</a:t>
            </a:r>
            <a:r>
              <a:rPr spc="-110">
                <a:latin typeface="Verdana"/>
                <a:cs typeface="Verdana"/>
              </a:rPr>
              <a:t> </a:t>
            </a:r>
            <a:r>
              <a:rPr sz="1700" spc="-105">
                <a:latin typeface="IPAPGothic"/>
                <a:cs typeface="IPAPGothic"/>
              </a:rPr>
              <a:t>株式</a:t>
            </a:r>
            <a:r>
              <a:rPr sz="1700" spc="480">
                <a:latin typeface="Arial"/>
                <a:cs typeface="Arial"/>
              </a:rPr>
              <a:t>   </a:t>
            </a:r>
            <a:r>
              <a:rPr spc="-75">
                <a:latin typeface="Verdana"/>
                <a:cs typeface="Verdana"/>
              </a:rPr>
              <a:t>VIETIS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292E3A"/>
                </a:solidFill>
                <a:latin typeface="IPAPGothic"/>
                <a:cs typeface="IPAPGothic"/>
              </a:defRPr>
            </a:lvl1pPr>
          </a:lstStyle>
          <a:p>
            <a:endParaRPr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8570" y="342900"/>
            <a:ext cx="1502230" cy="457200"/>
          </a:xfrm>
          <a:prstGeom prst="rect">
            <a:avLst/>
          </a:prstGeom>
        </p:spPr>
      </p:pic>
      <p:sp>
        <p:nvSpPr>
          <p:cNvPr id="2" name="Rounded Rectangle 1"/>
          <p:cNvSpPr/>
          <p:nvPr userDrawn="1"/>
        </p:nvSpPr>
        <p:spPr>
          <a:xfrm>
            <a:off x="-13800" y="0"/>
            <a:ext cx="11556000" cy="108000"/>
          </a:xfrm>
          <a:prstGeom prst="roundRect">
            <a:avLst/>
          </a:prstGeom>
          <a:solidFill>
            <a:srgbClr val="0C9C9C"/>
          </a:solidFill>
        </p:spPr>
        <p:txBody>
          <a:bodyPr wrap="square" lIns="0" tIns="0" rIns="0" bIns="0" rtlCol="0" anchor="ctr"/>
          <a:lstStyle/>
          <a:p>
            <a:pPr algn="ctr"/>
            <a:endParaRPr lang="en-GB"/>
          </a:p>
        </p:txBody>
      </p:sp>
      <p:sp>
        <p:nvSpPr>
          <p:cNvPr id="10" name="Rounded Rectangle 9"/>
          <p:cNvSpPr/>
          <p:nvPr userDrawn="1"/>
        </p:nvSpPr>
        <p:spPr>
          <a:xfrm>
            <a:off x="11520000" y="0"/>
            <a:ext cx="6768000" cy="108000"/>
          </a:xfrm>
          <a:prstGeom prst="roundRect">
            <a:avLst/>
          </a:prstGeom>
          <a:solidFill>
            <a:srgbClr val="F26435"/>
          </a:solidFill>
        </p:spPr>
        <p:txBody>
          <a:bodyPr wrap="square" lIns="0" tIns="0" rIns="0" bIns="0"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A39A9A"/>
                </a:solidFill>
                <a:latin typeface="Trebuchet MS"/>
                <a:cs typeface="Trebuchet MS"/>
              </a:defRPr>
            </a:lvl1pPr>
          </a:lstStyle>
          <a:p>
            <a:pPr marL="39370">
              <a:lnSpc>
                <a:spcPts val="1925"/>
              </a:lnSpc>
            </a:pPr>
            <a:r>
              <a:rPr spc="-390">
                <a:latin typeface="Verdana"/>
                <a:cs typeface="Verdana"/>
              </a:rPr>
              <a:t>©</a:t>
            </a:r>
            <a:r>
              <a:rPr spc="-110">
                <a:latin typeface="Verdana"/>
                <a:cs typeface="Verdana"/>
              </a:rPr>
              <a:t> </a:t>
            </a:r>
            <a:r>
              <a:rPr spc="-114">
                <a:latin typeface="Verdana"/>
                <a:cs typeface="Verdana"/>
              </a:rPr>
              <a:t>2023</a:t>
            </a:r>
            <a:r>
              <a:rPr spc="-110">
                <a:latin typeface="Verdana"/>
                <a:cs typeface="Verdana"/>
              </a:rPr>
              <a:t> </a:t>
            </a:r>
            <a:r>
              <a:rPr spc="-95">
                <a:latin typeface="Verdana"/>
                <a:cs typeface="Verdana"/>
              </a:rPr>
              <a:t>VIETIS</a:t>
            </a:r>
            <a:r>
              <a:rPr spc="-110">
                <a:latin typeface="Verdana"/>
                <a:cs typeface="Verdana"/>
              </a:rPr>
              <a:t> </a:t>
            </a:r>
            <a:r>
              <a:rPr spc="-80">
                <a:latin typeface="Verdana"/>
                <a:cs typeface="Verdana"/>
              </a:rPr>
              <a:t>Edu</a:t>
            </a:r>
            <a:r>
              <a:rPr spc="-100">
                <a:latin typeface="Verdana"/>
                <a:cs typeface="Verdana"/>
              </a:rPr>
              <a:t>. </a:t>
            </a:r>
            <a:r>
              <a:rPr spc="-285">
                <a:latin typeface="Verdana"/>
                <a:cs typeface="Verdana"/>
              </a:rPr>
              <a:t>|</a:t>
            </a:r>
            <a:r>
              <a:rPr spc="-110">
                <a:latin typeface="Verdana"/>
                <a:cs typeface="Verdana"/>
              </a:rPr>
              <a:t> </a:t>
            </a:r>
            <a:r>
              <a:rPr sz="1700" spc="-105">
                <a:latin typeface="IPAPGothic"/>
                <a:cs typeface="IPAPGothic"/>
              </a:rPr>
              <a:t>株式</a:t>
            </a:r>
            <a:r>
              <a:rPr sz="1700" spc="480">
                <a:latin typeface="Arial"/>
                <a:cs typeface="Arial"/>
              </a:rPr>
              <a:t>   </a:t>
            </a:r>
            <a:r>
              <a:rPr spc="-75">
                <a:latin typeface="Verdana"/>
                <a:cs typeface="Verdana"/>
              </a:rPr>
              <a:t>VIETIS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50" b="0" i="0">
                <a:solidFill>
                  <a:schemeClr val="bg1"/>
                </a:solidFill>
                <a:latin typeface="IPAPGothic"/>
                <a:cs typeface="IPAP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A39A9A"/>
                </a:solidFill>
                <a:latin typeface="Trebuchet MS"/>
                <a:cs typeface="Trebuchet MS"/>
              </a:defRPr>
            </a:lvl1pPr>
          </a:lstStyle>
          <a:p>
            <a:pPr marL="39370">
              <a:lnSpc>
                <a:spcPts val="1925"/>
              </a:lnSpc>
            </a:pPr>
            <a:r>
              <a:rPr spc="-390">
                <a:latin typeface="Verdana"/>
                <a:cs typeface="Verdana"/>
              </a:rPr>
              <a:t>©</a:t>
            </a:r>
            <a:r>
              <a:rPr spc="-110">
                <a:latin typeface="Verdana"/>
                <a:cs typeface="Verdana"/>
              </a:rPr>
              <a:t> </a:t>
            </a:r>
            <a:r>
              <a:rPr spc="-114">
                <a:latin typeface="Verdana"/>
                <a:cs typeface="Verdana"/>
              </a:rPr>
              <a:t>2023</a:t>
            </a:r>
            <a:r>
              <a:rPr spc="-110">
                <a:latin typeface="Verdana"/>
                <a:cs typeface="Verdana"/>
              </a:rPr>
              <a:t> </a:t>
            </a:r>
            <a:r>
              <a:rPr spc="-95">
                <a:latin typeface="Verdana"/>
                <a:cs typeface="Verdana"/>
              </a:rPr>
              <a:t>VIETIS</a:t>
            </a:r>
            <a:r>
              <a:rPr spc="-110">
                <a:latin typeface="Verdana"/>
                <a:cs typeface="Verdana"/>
              </a:rPr>
              <a:t> </a:t>
            </a:r>
            <a:r>
              <a:rPr spc="-80">
                <a:latin typeface="Verdana"/>
                <a:cs typeface="Verdana"/>
              </a:rPr>
              <a:t>Edu</a:t>
            </a:r>
            <a:r>
              <a:rPr spc="-100">
                <a:latin typeface="Verdana"/>
                <a:cs typeface="Verdana"/>
              </a:rPr>
              <a:t>. </a:t>
            </a:r>
            <a:r>
              <a:rPr spc="-285">
                <a:latin typeface="Verdana"/>
                <a:cs typeface="Verdana"/>
              </a:rPr>
              <a:t>|</a:t>
            </a:r>
            <a:r>
              <a:rPr spc="-110">
                <a:latin typeface="Verdana"/>
                <a:cs typeface="Verdana"/>
              </a:rPr>
              <a:t> </a:t>
            </a:r>
            <a:r>
              <a:rPr sz="1700" spc="-105">
                <a:latin typeface="IPAPGothic"/>
                <a:cs typeface="IPAPGothic"/>
              </a:rPr>
              <a:t>株式</a:t>
            </a:r>
            <a:r>
              <a:rPr sz="1700" spc="480">
                <a:latin typeface="Arial"/>
                <a:cs typeface="Arial"/>
              </a:rPr>
              <a:t>   </a:t>
            </a:r>
            <a:r>
              <a:rPr spc="-75">
                <a:latin typeface="Verdana"/>
                <a:cs typeface="Verdana"/>
              </a:rPr>
              <a:t>VIETIS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A39A9A"/>
                </a:solidFill>
                <a:latin typeface="Trebuchet MS"/>
                <a:cs typeface="Trebuchet MS"/>
              </a:defRPr>
            </a:lvl1pPr>
          </a:lstStyle>
          <a:p>
            <a:pPr marL="39370">
              <a:lnSpc>
                <a:spcPts val="1925"/>
              </a:lnSpc>
            </a:pPr>
            <a:r>
              <a:rPr spc="-390">
                <a:latin typeface="Verdana"/>
                <a:cs typeface="Verdana"/>
              </a:rPr>
              <a:t>©</a:t>
            </a:r>
            <a:r>
              <a:rPr spc="-110">
                <a:latin typeface="Verdana"/>
                <a:cs typeface="Verdana"/>
              </a:rPr>
              <a:t> </a:t>
            </a:r>
            <a:r>
              <a:rPr spc="-114">
                <a:latin typeface="Verdana"/>
                <a:cs typeface="Verdana"/>
              </a:rPr>
              <a:t>2023</a:t>
            </a:r>
            <a:r>
              <a:rPr spc="-110">
                <a:latin typeface="Verdana"/>
                <a:cs typeface="Verdana"/>
              </a:rPr>
              <a:t> </a:t>
            </a:r>
            <a:r>
              <a:rPr spc="-95">
                <a:latin typeface="Verdana"/>
                <a:cs typeface="Verdana"/>
              </a:rPr>
              <a:t>VIETIS</a:t>
            </a:r>
            <a:r>
              <a:rPr spc="-110">
                <a:latin typeface="Verdana"/>
                <a:cs typeface="Verdana"/>
              </a:rPr>
              <a:t> </a:t>
            </a:r>
            <a:r>
              <a:rPr spc="-80">
                <a:latin typeface="Verdana"/>
                <a:cs typeface="Verdana"/>
              </a:rPr>
              <a:t>Edu</a:t>
            </a:r>
            <a:r>
              <a:rPr spc="-100">
                <a:latin typeface="Verdana"/>
                <a:cs typeface="Verdana"/>
              </a:rPr>
              <a:t>. </a:t>
            </a:r>
            <a:r>
              <a:rPr spc="-285">
                <a:latin typeface="Verdana"/>
                <a:cs typeface="Verdana"/>
              </a:rPr>
              <a:t>|</a:t>
            </a:r>
            <a:r>
              <a:rPr spc="-110">
                <a:latin typeface="Verdana"/>
                <a:cs typeface="Verdana"/>
              </a:rPr>
              <a:t> </a:t>
            </a:r>
            <a:r>
              <a:rPr sz="1700" spc="-105">
                <a:latin typeface="IPAPGothic"/>
                <a:cs typeface="IPAPGothic"/>
              </a:rPr>
              <a:t>株式</a:t>
            </a:r>
            <a:r>
              <a:rPr sz="1700" spc="480">
                <a:latin typeface="Arial"/>
                <a:cs typeface="Arial"/>
              </a:rPr>
              <a:t>   </a:t>
            </a:r>
            <a:r>
              <a:rPr spc="-75">
                <a:latin typeface="Verdana"/>
                <a:cs typeface="Verdana"/>
              </a:rPr>
              <a:t>VIETIS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8173" y="-8787"/>
            <a:ext cx="6153784" cy="949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50" b="0" i="0">
                <a:solidFill>
                  <a:schemeClr val="bg1"/>
                </a:solidFill>
                <a:latin typeface="IPAPGothic"/>
                <a:cs typeface="IPAP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23857" y="4090834"/>
            <a:ext cx="7979409" cy="3484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292E3A"/>
                </a:solidFill>
                <a:latin typeface="IPAPGothic"/>
                <a:cs typeface="IPAP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4598101" y="9788166"/>
            <a:ext cx="3306444" cy="2565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A39A9A"/>
                </a:solidFill>
                <a:latin typeface="Trebuchet MS"/>
                <a:cs typeface="Trebuchet MS"/>
              </a:defRPr>
            </a:lvl1pPr>
          </a:lstStyle>
          <a:p>
            <a:pPr marL="39370">
              <a:lnSpc>
                <a:spcPts val="1925"/>
              </a:lnSpc>
            </a:pPr>
            <a:r>
              <a:rPr spc="-390">
                <a:latin typeface="Verdana"/>
                <a:cs typeface="Verdana"/>
              </a:rPr>
              <a:t>©</a:t>
            </a:r>
            <a:r>
              <a:rPr spc="-110">
                <a:latin typeface="Verdana"/>
                <a:cs typeface="Verdana"/>
              </a:rPr>
              <a:t> </a:t>
            </a:r>
            <a:r>
              <a:rPr spc="-114">
                <a:latin typeface="Verdana"/>
                <a:cs typeface="Verdana"/>
              </a:rPr>
              <a:t>2023</a:t>
            </a:r>
            <a:r>
              <a:rPr spc="-110">
                <a:latin typeface="Verdana"/>
                <a:cs typeface="Verdana"/>
              </a:rPr>
              <a:t> </a:t>
            </a:r>
            <a:r>
              <a:rPr spc="-95">
                <a:latin typeface="Verdana"/>
                <a:cs typeface="Verdana"/>
              </a:rPr>
              <a:t>VIETIS</a:t>
            </a:r>
            <a:r>
              <a:rPr spc="-110">
                <a:latin typeface="Verdana"/>
                <a:cs typeface="Verdana"/>
              </a:rPr>
              <a:t> </a:t>
            </a:r>
            <a:r>
              <a:rPr spc="-80">
                <a:latin typeface="Verdana"/>
                <a:cs typeface="Verdana"/>
              </a:rPr>
              <a:t>Edu</a:t>
            </a:r>
            <a:r>
              <a:rPr spc="-100">
                <a:latin typeface="Verdana"/>
                <a:cs typeface="Verdana"/>
              </a:rPr>
              <a:t>. </a:t>
            </a:r>
            <a:r>
              <a:rPr spc="-285">
                <a:latin typeface="Verdana"/>
                <a:cs typeface="Verdana"/>
              </a:rPr>
              <a:t>|</a:t>
            </a:r>
            <a:r>
              <a:rPr spc="-110">
                <a:latin typeface="Verdana"/>
                <a:cs typeface="Verdana"/>
              </a:rPr>
              <a:t> </a:t>
            </a:r>
            <a:r>
              <a:rPr sz="1700" spc="-105">
                <a:latin typeface="IPAPGothic"/>
                <a:cs typeface="IPAPGothic"/>
              </a:rPr>
              <a:t>株式</a:t>
            </a:r>
            <a:r>
              <a:rPr sz="1700" spc="480">
                <a:latin typeface="Arial"/>
                <a:cs typeface="Arial"/>
              </a:rPr>
              <a:t>   </a:t>
            </a:r>
            <a:r>
              <a:rPr spc="-75">
                <a:latin typeface="Verdana"/>
                <a:cs typeface="Verdana"/>
              </a:rPr>
              <a:t>VIETIS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iming>
    <p:tnLst>
      <p:par>
        <p:cTn id="1" dur="indefinite" restart="never" nodeType="tmRoot"/>
      </p:par>
    </p:tnLst>
  </p:timing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g"/><Relationship Id="rId7" Type="http://schemas.openxmlformats.org/officeDocument/2006/relationships/image" Target="../media/image8.png"/><Relationship Id="rId12" Type="http://schemas.openxmlformats.org/officeDocument/2006/relationships/hyperlink" Target="mailto:vietis_edu@vietis.com.vn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8156187" y="0"/>
            <a:ext cx="10132060" cy="8142605"/>
          </a:xfrm>
          <a:custGeom>
            <a:avLst/>
            <a:gdLst/>
            <a:ahLst/>
            <a:cxnLst/>
            <a:rect l="l" t="t" r="r" b="b"/>
            <a:pathLst>
              <a:path w="10132060" h="8142605">
                <a:moveTo>
                  <a:pt x="0" y="0"/>
                </a:moveTo>
                <a:lnTo>
                  <a:pt x="10131812" y="0"/>
                </a:lnTo>
                <a:lnTo>
                  <a:pt x="10131812" y="6945869"/>
                </a:lnTo>
                <a:lnTo>
                  <a:pt x="8833547" y="81425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092200" y="2933700"/>
            <a:ext cx="8966200" cy="4228081"/>
          </a:xfrm>
          <a:prstGeom prst="rect">
            <a:avLst/>
          </a:prstGeom>
        </p:spPr>
        <p:txBody>
          <a:bodyPr vert="horz" wrap="square" lIns="0" tIns="681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70"/>
              </a:spcBef>
            </a:pPr>
            <a:r>
              <a:rPr sz="11600" b="1" spc="-1605" dirty="0" smtClean="0">
                <a:latin typeface="Verdana"/>
                <a:cs typeface="Verdana"/>
              </a:rPr>
              <a:t>VIETIS</a:t>
            </a:r>
            <a:r>
              <a:rPr sz="11600" b="1" spc="-815" dirty="0" smtClean="0">
                <a:latin typeface="Verdana"/>
                <a:cs typeface="Verdana"/>
              </a:rPr>
              <a:t> </a:t>
            </a:r>
            <a:r>
              <a:rPr sz="11600" b="1" spc="-1075" dirty="0">
                <a:latin typeface="Verdana"/>
                <a:cs typeface="Verdana"/>
              </a:rPr>
              <a:t>Edu</a:t>
            </a:r>
            <a:r>
              <a:rPr lang="en-US" sz="11600" b="1" spc="-1075" dirty="0">
                <a:latin typeface="Verdana"/>
                <a:cs typeface="Verdana"/>
              </a:rPr>
              <a:t>cation</a:t>
            </a:r>
            <a:endParaRPr sz="11600" dirty="0">
              <a:latin typeface="Verdana"/>
              <a:cs typeface="Verdana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4" y="0"/>
            <a:ext cx="18321265" cy="7658100"/>
          </a:xfrm>
          <a:prstGeom prst="rect">
            <a:avLst/>
          </a:prstGeom>
        </p:spPr>
      </p:pic>
      <p:sp>
        <p:nvSpPr>
          <p:cNvPr id="9" name="object 2"/>
          <p:cNvSpPr txBox="1"/>
          <p:nvPr/>
        </p:nvSpPr>
        <p:spPr>
          <a:xfrm>
            <a:off x="2362200" y="8343900"/>
            <a:ext cx="15011400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600" b="1" spc="-25" dirty="0" smtClean="0">
                <a:solidFill>
                  <a:srgbClr val="0C9C9C"/>
                </a:solidFill>
                <a:latin typeface="AoyagiKouzanFontT"/>
                <a:cs typeface="AoyagiKouzanFontT"/>
              </a:rPr>
              <a:t>NAME TEXT</a:t>
            </a:r>
            <a:endParaRPr sz="6600" b="1" dirty="0">
              <a:solidFill>
                <a:srgbClr val="0C9C9C"/>
              </a:solidFill>
              <a:latin typeface="AoyagiKouzanFontT"/>
              <a:cs typeface="AoyagiKouzanFont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/>
          <p:nvPr/>
        </p:nvSpPr>
        <p:spPr>
          <a:xfrm>
            <a:off x="4953000" y="495300"/>
            <a:ext cx="89916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spc="-25" dirty="0" smtClean="0">
                <a:solidFill>
                  <a:schemeClr val="tx1"/>
                </a:solidFill>
                <a:latin typeface="AoyagiKouzanFontT"/>
                <a:cs typeface="AoyagiKouzanFontT"/>
              </a:rPr>
              <a:t>GIỚI THIỆU VỀ VIETIS EDUCATION</a:t>
            </a:r>
            <a:endParaRPr sz="3600" dirty="0">
              <a:solidFill>
                <a:schemeClr val="tx1"/>
              </a:solidFill>
              <a:latin typeface="AoyagiKouzanFontT"/>
              <a:cs typeface="AoyagiKouzanFontT"/>
            </a:endParaRPr>
          </a:p>
        </p:txBody>
      </p:sp>
    </p:spTree>
    <p:extLst>
      <p:ext uri="{BB962C8B-B14F-4D97-AF65-F5344CB8AC3E}">
        <p14:creationId xmlns:p14="http://schemas.microsoft.com/office/powerpoint/2010/main" val="296944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/>
          <p:nvPr/>
        </p:nvSpPr>
        <p:spPr>
          <a:xfrm>
            <a:off x="5029200" y="419100"/>
            <a:ext cx="89916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spc="-25" dirty="0" smtClean="0">
                <a:solidFill>
                  <a:schemeClr val="tx1"/>
                </a:solidFill>
                <a:latin typeface="AoyagiKouzanFontT"/>
                <a:cs typeface="AoyagiKouzanFontT"/>
              </a:rPr>
              <a:t>GIỚI THIỆU VỀ VIETIS EDUCATION</a:t>
            </a:r>
            <a:endParaRPr sz="3600" dirty="0">
              <a:solidFill>
                <a:schemeClr val="tx1"/>
              </a:solidFill>
              <a:latin typeface="AoyagiKouzanFontT"/>
              <a:cs typeface="AoyagiKouzanFontT"/>
            </a:endParaRPr>
          </a:p>
        </p:txBody>
      </p:sp>
    </p:spTree>
    <p:extLst>
      <p:ext uri="{BB962C8B-B14F-4D97-AF65-F5344CB8AC3E}">
        <p14:creationId xmlns:p14="http://schemas.microsoft.com/office/powerpoint/2010/main" val="2078529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313804" cy="10306551"/>
            <a:chOff x="0" y="0"/>
            <a:chExt cx="18313804" cy="10306551"/>
          </a:xfrm>
        </p:grpSpPr>
        <p:sp>
          <p:nvSpPr>
            <p:cNvPr id="3" name="object 3"/>
            <p:cNvSpPr/>
            <p:nvPr/>
          </p:nvSpPr>
          <p:spPr>
            <a:xfrm>
              <a:off x="5622552" y="5683250"/>
              <a:ext cx="12672060" cy="4603750"/>
            </a:xfrm>
            <a:custGeom>
              <a:avLst/>
              <a:gdLst/>
              <a:ahLst/>
              <a:cxnLst/>
              <a:rect l="l" t="t" r="r" b="b"/>
              <a:pathLst>
                <a:path w="12672060" h="4603750">
                  <a:moveTo>
                    <a:pt x="0" y="4603418"/>
                  </a:moveTo>
                  <a:lnTo>
                    <a:pt x="12671627" y="4603418"/>
                  </a:lnTo>
                  <a:lnTo>
                    <a:pt x="12671627" y="0"/>
                  </a:lnTo>
                  <a:lnTo>
                    <a:pt x="0" y="0"/>
                  </a:lnTo>
                  <a:lnTo>
                    <a:pt x="0" y="4603418"/>
                  </a:lnTo>
                  <a:close/>
                </a:path>
              </a:pathLst>
            </a:custGeom>
            <a:solidFill>
              <a:srgbClr val="4BACC6"/>
            </a:solidFill>
            <a:ln>
              <a:solidFill>
                <a:srgbClr val="00B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33" y="5703133"/>
              <a:ext cx="5616419" cy="4603418"/>
            </a:xfrm>
            <a:prstGeom prst="rect">
              <a:avLst/>
            </a:prstGeom>
            <a:solidFill>
              <a:srgbClr val="4BACC6"/>
            </a:solidFill>
            <a:ln>
              <a:solidFill>
                <a:srgbClr val="00B0F0"/>
              </a:solidFill>
            </a:ln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8287999" cy="5686439"/>
            </a:xfrm>
            <a:prstGeom prst="rect">
              <a:avLst/>
            </a:prstGeom>
            <a:ln>
              <a:solidFill>
                <a:srgbClr val="00B0F0"/>
              </a:solidFill>
            </a:ln>
          </p:spPr>
        </p:pic>
        <p:sp>
          <p:nvSpPr>
            <p:cNvPr id="6" name="object 6"/>
            <p:cNvSpPr/>
            <p:nvPr/>
          </p:nvSpPr>
          <p:spPr>
            <a:xfrm>
              <a:off x="25169" y="2540"/>
              <a:ext cx="18288635" cy="5683885"/>
            </a:xfrm>
            <a:custGeom>
              <a:avLst/>
              <a:gdLst/>
              <a:ahLst/>
              <a:cxnLst/>
              <a:rect l="l" t="t" r="r" b="b"/>
              <a:pathLst>
                <a:path w="18288635" h="5683885">
                  <a:moveTo>
                    <a:pt x="18288030" y="5683578"/>
                  </a:moveTo>
                  <a:lnTo>
                    <a:pt x="0" y="5683578"/>
                  </a:lnTo>
                  <a:lnTo>
                    <a:pt x="0" y="0"/>
                  </a:lnTo>
                  <a:lnTo>
                    <a:pt x="18288030" y="0"/>
                  </a:lnTo>
                  <a:lnTo>
                    <a:pt x="18288030" y="5683578"/>
                  </a:lnTo>
                  <a:close/>
                </a:path>
              </a:pathLst>
            </a:custGeom>
            <a:solidFill>
              <a:srgbClr val="00668B">
                <a:alpha val="75999"/>
              </a:srgbClr>
            </a:solidFill>
            <a:ln>
              <a:solidFill>
                <a:srgbClr val="00B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09914" y="7586654"/>
              <a:ext cx="2047874" cy="400049"/>
            </a:xfrm>
            <a:prstGeom prst="rect">
              <a:avLst/>
            </a:prstGeom>
            <a:ln>
              <a:solidFill>
                <a:srgbClr val="00B0F0"/>
              </a:solidFill>
            </a:ln>
          </p:spPr>
        </p:pic>
        <p:sp>
          <p:nvSpPr>
            <p:cNvPr id="8" name="object 8"/>
            <p:cNvSpPr/>
            <p:nvPr/>
          </p:nvSpPr>
          <p:spPr>
            <a:xfrm>
              <a:off x="5603359" y="6265373"/>
              <a:ext cx="0" cy="3359785"/>
            </a:xfrm>
            <a:custGeom>
              <a:avLst/>
              <a:gdLst/>
              <a:ahLst/>
              <a:cxnLst/>
              <a:rect l="l" t="t" r="r" b="b"/>
              <a:pathLst>
                <a:path h="3359784">
                  <a:moveTo>
                    <a:pt x="0" y="3359753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B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600401" y="8311073"/>
              <a:ext cx="398145" cy="340995"/>
            </a:xfrm>
            <a:custGeom>
              <a:avLst/>
              <a:gdLst/>
              <a:ahLst/>
              <a:cxnLst/>
              <a:rect l="l" t="t" r="r" b="b"/>
              <a:pathLst>
                <a:path w="398145" h="340995">
                  <a:moveTo>
                    <a:pt x="168584" y="30091"/>
                  </a:moveTo>
                  <a:lnTo>
                    <a:pt x="141850" y="30091"/>
                  </a:lnTo>
                  <a:lnTo>
                    <a:pt x="186669" y="1748"/>
                  </a:lnTo>
                  <a:lnTo>
                    <a:pt x="192749" y="0"/>
                  </a:lnTo>
                  <a:lnTo>
                    <a:pt x="204928" y="0"/>
                  </a:lnTo>
                  <a:lnTo>
                    <a:pt x="211011" y="1748"/>
                  </a:lnTo>
                  <a:lnTo>
                    <a:pt x="230907" y="14331"/>
                  </a:lnTo>
                  <a:lnTo>
                    <a:pt x="195386" y="14331"/>
                  </a:lnTo>
                  <a:lnTo>
                    <a:pt x="191922" y="15332"/>
                  </a:lnTo>
                  <a:lnTo>
                    <a:pt x="168584" y="30091"/>
                  </a:lnTo>
                  <a:close/>
                </a:path>
                <a:path w="398145" h="340995">
                  <a:moveTo>
                    <a:pt x="255826" y="30091"/>
                  </a:moveTo>
                  <a:lnTo>
                    <a:pt x="229095" y="30091"/>
                  </a:lnTo>
                  <a:lnTo>
                    <a:pt x="205757" y="15330"/>
                  </a:lnTo>
                  <a:lnTo>
                    <a:pt x="202291" y="14331"/>
                  </a:lnTo>
                  <a:lnTo>
                    <a:pt x="230907" y="14331"/>
                  </a:lnTo>
                  <a:lnTo>
                    <a:pt x="255826" y="30091"/>
                  </a:lnTo>
                  <a:close/>
                </a:path>
                <a:path w="398145" h="340995">
                  <a:moveTo>
                    <a:pt x="364813" y="340451"/>
                  </a:moveTo>
                  <a:lnTo>
                    <a:pt x="31754" y="340423"/>
                  </a:lnTo>
                  <a:lnTo>
                    <a:pt x="0" y="316442"/>
                  </a:lnTo>
                  <a:lnTo>
                    <a:pt x="0" y="132235"/>
                  </a:lnTo>
                  <a:lnTo>
                    <a:pt x="15450" y="110031"/>
                  </a:lnTo>
                  <a:lnTo>
                    <a:pt x="66001" y="78061"/>
                  </a:lnTo>
                  <a:lnTo>
                    <a:pt x="66001" y="33300"/>
                  </a:lnTo>
                  <a:lnTo>
                    <a:pt x="69210" y="30091"/>
                  </a:lnTo>
                  <a:lnTo>
                    <a:pt x="328467" y="30091"/>
                  </a:lnTo>
                  <a:lnTo>
                    <a:pt x="331676" y="33300"/>
                  </a:lnTo>
                  <a:lnTo>
                    <a:pt x="331676" y="44423"/>
                  </a:lnTo>
                  <a:lnTo>
                    <a:pt x="80333" y="44423"/>
                  </a:lnTo>
                  <a:lnTo>
                    <a:pt x="80333" y="94967"/>
                  </a:lnTo>
                  <a:lnTo>
                    <a:pt x="66001" y="94967"/>
                  </a:lnTo>
                  <a:lnTo>
                    <a:pt x="21718" y="123049"/>
                  </a:lnTo>
                  <a:lnTo>
                    <a:pt x="20547" y="123995"/>
                  </a:lnTo>
                  <a:lnTo>
                    <a:pt x="41089" y="136988"/>
                  </a:lnTo>
                  <a:lnTo>
                    <a:pt x="14356" y="136988"/>
                  </a:lnTo>
                  <a:lnTo>
                    <a:pt x="14478" y="309668"/>
                  </a:lnTo>
                  <a:lnTo>
                    <a:pt x="41218" y="309668"/>
                  </a:lnTo>
                  <a:lnTo>
                    <a:pt x="21553" y="322104"/>
                  </a:lnTo>
                  <a:lnTo>
                    <a:pt x="24277" y="324247"/>
                  </a:lnTo>
                  <a:lnTo>
                    <a:pt x="27601" y="325653"/>
                  </a:lnTo>
                  <a:lnTo>
                    <a:pt x="32898" y="326119"/>
                  </a:lnTo>
                  <a:lnTo>
                    <a:pt x="392566" y="326119"/>
                  </a:lnTo>
                  <a:lnTo>
                    <a:pt x="382753" y="335930"/>
                  </a:lnTo>
                  <a:lnTo>
                    <a:pt x="375835" y="339419"/>
                  </a:lnTo>
                  <a:lnTo>
                    <a:pt x="366237" y="340409"/>
                  </a:lnTo>
                  <a:lnTo>
                    <a:pt x="364813" y="340451"/>
                  </a:lnTo>
                  <a:close/>
                </a:path>
                <a:path w="398145" h="340995">
                  <a:moveTo>
                    <a:pt x="231701" y="232876"/>
                  </a:moveTo>
                  <a:lnTo>
                    <a:pt x="202805" y="232876"/>
                  </a:lnTo>
                  <a:lnTo>
                    <a:pt x="206782" y="231730"/>
                  </a:lnTo>
                  <a:lnTo>
                    <a:pt x="317344" y="161805"/>
                  </a:lnTo>
                  <a:lnTo>
                    <a:pt x="317344" y="44423"/>
                  </a:lnTo>
                  <a:lnTo>
                    <a:pt x="331676" y="44423"/>
                  </a:lnTo>
                  <a:lnTo>
                    <a:pt x="331676" y="78061"/>
                  </a:lnTo>
                  <a:lnTo>
                    <a:pt x="358288" y="94967"/>
                  </a:lnTo>
                  <a:lnTo>
                    <a:pt x="331676" y="94967"/>
                  </a:lnTo>
                  <a:lnTo>
                    <a:pt x="331676" y="152743"/>
                  </a:lnTo>
                  <a:lnTo>
                    <a:pt x="358407" y="152743"/>
                  </a:lnTo>
                  <a:lnTo>
                    <a:pt x="328791" y="171473"/>
                  </a:lnTo>
                  <a:lnTo>
                    <a:pt x="328497" y="171694"/>
                  </a:lnTo>
                  <a:lnTo>
                    <a:pt x="328184" y="171892"/>
                  </a:lnTo>
                  <a:lnTo>
                    <a:pt x="327856" y="172064"/>
                  </a:lnTo>
                  <a:lnTo>
                    <a:pt x="246735" y="223369"/>
                  </a:lnTo>
                  <a:lnTo>
                    <a:pt x="260101" y="231822"/>
                  </a:lnTo>
                  <a:lnTo>
                    <a:pt x="233368" y="231822"/>
                  </a:lnTo>
                  <a:lnTo>
                    <a:pt x="231701" y="232876"/>
                  </a:lnTo>
                  <a:close/>
                </a:path>
                <a:path w="398145" h="340995">
                  <a:moveTo>
                    <a:pt x="80333" y="152743"/>
                  </a:moveTo>
                  <a:lnTo>
                    <a:pt x="66001" y="152743"/>
                  </a:lnTo>
                  <a:lnTo>
                    <a:pt x="66001" y="94967"/>
                  </a:lnTo>
                  <a:lnTo>
                    <a:pt x="80333" y="94967"/>
                  </a:lnTo>
                  <a:lnTo>
                    <a:pt x="80333" y="152743"/>
                  </a:lnTo>
                  <a:close/>
                </a:path>
                <a:path w="398145" h="340995">
                  <a:moveTo>
                    <a:pt x="358407" y="152743"/>
                  </a:moveTo>
                  <a:lnTo>
                    <a:pt x="331676" y="152743"/>
                  </a:lnTo>
                  <a:lnTo>
                    <a:pt x="377130" y="123995"/>
                  </a:lnTo>
                  <a:lnTo>
                    <a:pt x="374613" y="122123"/>
                  </a:lnTo>
                  <a:lnTo>
                    <a:pt x="331676" y="94967"/>
                  </a:lnTo>
                  <a:lnTo>
                    <a:pt x="358288" y="94967"/>
                  </a:lnTo>
                  <a:lnTo>
                    <a:pt x="390880" y="117646"/>
                  </a:lnTo>
                  <a:lnTo>
                    <a:pt x="397677" y="132235"/>
                  </a:lnTo>
                  <a:lnTo>
                    <a:pt x="397677" y="136988"/>
                  </a:lnTo>
                  <a:lnTo>
                    <a:pt x="383321" y="136988"/>
                  </a:lnTo>
                  <a:lnTo>
                    <a:pt x="358407" y="152743"/>
                  </a:lnTo>
                  <a:close/>
                </a:path>
                <a:path w="398145" h="340995">
                  <a:moveTo>
                    <a:pt x="41218" y="309668"/>
                  </a:moveTo>
                  <a:lnTo>
                    <a:pt x="14478" y="309668"/>
                  </a:lnTo>
                  <a:lnTo>
                    <a:pt x="150942" y="223369"/>
                  </a:lnTo>
                  <a:lnTo>
                    <a:pt x="14356" y="136988"/>
                  </a:lnTo>
                  <a:lnTo>
                    <a:pt x="41089" y="136988"/>
                  </a:lnTo>
                  <a:lnTo>
                    <a:pt x="66001" y="152743"/>
                  </a:lnTo>
                  <a:lnTo>
                    <a:pt x="80333" y="152743"/>
                  </a:lnTo>
                  <a:lnTo>
                    <a:pt x="80333" y="161805"/>
                  </a:lnTo>
                  <a:lnTo>
                    <a:pt x="190895" y="231730"/>
                  </a:lnTo>
                  <a:lnTo>
                    <a:pt x="191214" y="231822"/>
                  </a:lnTo>
                  <a:lnTo>
                    <a:pt x="164309" y="231822"/>
                  </a:lnTo>
                  <a:lnTo>
                    <a:pt x="41218" y="309668"/>
                  </a:lnTo>
                  <a:close/>
                </a:path>
                <a:path w="398145" h="340995">
                  <a:moveTo>
                    <a:pt x="397677" y="309672"/>
                  </a:moveTo>
                  <a:lnTo>
                    <a:pt x="383199" y="309672"/>
                  </a:lnTo>
                  <a:lnTo>
                    <a:pt x="383321" y="136988"/>
                  </a:lnTo>
                  <a:lnTo>
                    <a:pt x="397677" y="136988"/>
                  </a:lnTo>
                  <a:lnTo>
                    <a:pt x="397677" y="309672"/>
                  </a:lnTo>
                  <a:close/>
                </a:path>
                <a:path w="398145" h="340995">
                  <a:moveTo>
                    <a:pt x="205440" y="247208"/>
                  </a:moveTo>
                  <a:lnTo>
                    <a:pt x="192237" y="247208"/>
                  </a:lnTo>
                  <a:lnTo>
                    <a:pt x="185644" y="245315"/>
                  </a:lnTo>
                  <a:lnTo>
                    <a:pt x="164309" y="231822"/>
                  </a:lnTo>
                  <a:lnTo>
                    <a:pt x="191214" y="231822"/>
                  </a:lnTo>
                  <a:lnTo>
                    <a:pt x="194874" y="232876"/>
                  </a:lnTo>
                  <a:lnTo>
                    <a:pt x="231701" y="232876"/>
                  </a:lnTo>
                  <a:lnTo>
                    <a:pt x="212035" y="245315"/>
                  </a:lnTo>
                  <a:lnTo>
                    <a:pt x="205440" y="247208"/>
                  </a:lnTo>
                  <a:close/>
                </a:path>
                <a:path w="398145" h="340995">
                  <a:moveTo>
                    <a:pt x="392566" y="326119"/>
                  </a:moveTo>
                  <a:lnTo>
                    <a:pt x="32898" y="326119"/>
                  </a:lnTo>
                  <a:lnTo>
                    <a:pt x="366214" y="326046"/>
                  </a:lnTo>
                  <a:lnTo>
                    <a:pt x="370074" y="325651"/>
                  </a:lnTo>
                  <a:lnTo>
                    <a:pt x="373397" y="324245"/>
                  </a:lnTo>
                  <a:lnTo>
                    <a:pt x="376124" y="322104"/>
                  </a:lnTo>
                  <a:lnTo>
                    <a:pt x="233368" y="231822"/>
                  </a:lnTo>
                  <a:lnTo>
                    <a:pt x="260101" y="231822"/>
                  </a:lnTo>
                  <a:lnTo>
                    <a:pt x="383199" y="309672"/>
                  </a:lnTo>
                  <a:lnTo>
                    <a:pt x="397677" y="309672"/>
                  </a:lnTo>
                  <a:lnTo>
                    <a:pt x="397677" y="316442"/>
                  </a:lnTo>
                  <a:lnTo>
                    <a:pt x="393956" y="324729"/>
                  </a:lnTo>
                  <a:lnTo>
                    <a:pt x="392566" y="326119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rgbClr val="00B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45290" y="8384673"/>
              <a:ext cx="107909" cy="107806"/>
            </a:xfrm>
            <a:prstGeom prst="rect">
              <a:avLst/>
            </a:prstGeom>
            <a:ln>
              <a:solidFill>
                <a:srgbClr val="00B0F0"/>
              </a:solidFill>
            </a:ln>
          </p:spPr>
        </p:pic>
        <p:sp>
          <p:nvSpPr>
            <p:cNvPr id="11" name="object 11"/>
            <p:cNvSpPr/>
            <p:nvPr/>
          </p:nvSpPr>
          <p:spPr>
            <a:xfrm>
              <a:off x="7600401" y="8957035"/>
              <a:ext cx="398145" cy="398145"/>
            </a:xfrm>
            <a:custGeom>
              <a:avLst/>
              <a:gdLst/>
              <a:ahLst/>
              <a:cxnLst/>
              <a:rect l="l" t="t" r="r" b="b"/>
              <a:pathLst>
                <a:path w="398145" h="398145">
                  <a:moveTo>
                    <a:pt x="198901" y="397802"/>
                  </a:moveTo>
                  <a:lnTo>
                    <a:pt x="158809" y="393760"/>
                  </a:lnTo>
                  <a:lnTo>
                    <a:pt x="121471" y="382169"/>
                  </a:lnTo>
                  <a:lnTo>
                    <a:pt x="87689" y="363827"/>
                  </a:lnTo>
                  <a:lnTo>
                    <a:pt x="58267" y="339535"/>
                  </a:lnTo>
                  <a:lnTo>
                    <a:pt x="33975" y="310094"/>
                  </a:lnTo>
                  <a:lnTo>
                    <a:pt x="15633" y="276305"/>
                  </a:lnTo>
                  <a:lnTo>
                    <a:pt x="4041" y="238973"/>
                  </a:lnTo>
                  <a:lnTo>
                    <a:pt x="0" y="198901"/>
                  </a:lnTo>
                  <a:lnTo>
                    <a:pt x="4041" y="158809"/>
                  </a:lnTo>
                  <a:lnTo>
                    <a:pt x="15633" y="121471"/>
                  </a:lnTo>
                  <a:lnTo>
                    <a:pt x="33975" y="87689"/>
                  </a:lnTo>
                  <a:lnTo>
                    <a:pt x="58267" y="58267"/>
                  </a:lnTo>
                  <a:lnTo>
                    <a:pt x="87689" y="33975"/>
                  </a:lnTo>
                  <a:lnTo>
                    <a:pt x="121471" y="15633"/>
                  </a:lnTo>
                  <a:lnTo>
                    <a:pt x="158809" y="4041"/>
                  </a:lnTo>
                  <a:lnTo>
                    <a:pt x="198901" y="0"/>
                  </a:lnTo>
                  <a:lnTo>
                    <a:pt x="238987" y="4041"/>
                  </a:lnTo>
                  <a:lnTo>
                    <a:pt x="262792" y="11433"/>
                  </a:lnTo>
                  <a:lnTo>
                    <a:pt x="198901" y="11433"/>
                  </a:lnTo>
                  <a:lnTo>
                    <a:pt x="161120" y="15244"/>
                  </a:lnTo>
                  <a:lnTo>
                    <a:pt x="94083" y="43453"/>
                  </a:lnTo>
                  <a:lnTo>
                    <a:pt x="43453" y="94083"/>
                  </a:lnTo>
                  <a:lnTo>
                    <a:pt x="15244" y="161120"/>
                  </a:lnTo>
                  <a:lnTo>
                    <a:pt x="11433" y="198901"/>
                  </a:lnTo>
                  <a:lnTo>
                    <a:pt x="15244" y="236681"/>
                  </a:lnTo>
                  <a:lnTo>
                    <a:pt x="43453" y="303704"/>
                  </a:lnTo>
                  <a:lnTo>
                    <a:pt x="94083" y="354329"/>
                  </a:lnTo>
                  <a:lnTo>
                    <a:pt x="161120" y="382529"/>
                  </a:lnTo>
                  <a:lnTo>
                    <a:pt x="198901" y="386335"/>
                  </a:lnTo>
                  <a:lnTo>
                    <a:pt x="262899" y="386335"/>
                  </a:lnTo>
                  <a:lnTo>
                    <a:pt x="238987" y="393760"/>
                  </a:lnTo>
                  <a:lnTo>
                    <a:pt x="198901" y="397802"/>
                  </a:lnTo>
                  <a:close/>
                </a:path>
                <a:path w="398145" h="398145">
                  <a:moveTo>
                    <a:pt x="262899" y="386335"/>
                  </a:moveTo>
                  <a:lnTo>
                    <a:pt x="198901" y="386335"/>
                  </a:lnTo>
                  <a:lnTo>
                    <a:pt x="236681" y="382529"/>
                  </a:lnTo>
                  <a:lnTo>
                    <a:pt x="271868" y="371610"/>
                  </a:lnTo>
                  <a:lnTo>
                    <a:pt x="331435" y="331435"/>
                  </a:lnTo>
                  <a:lnTo>
                    <a:pt x="371610" y="271868"/>
                  </a:lnTo>
                  <a:lnTo>
                    <a:pt x="386335" y="198901"/>
                  </a:lnTo>
                  <a:lnTo>
                    <a:pt x="382529" y="161120"/>
                  </a:lnTo>
                  <a:lnTo>
                    <a:pt x="354329" y="94083"/>
                  </a:lnTo>
                  <a:lnTo>
                    <a:pt x="303704" y="43453"/>
                  </a:lnTo>
                  <a:lnTo>
                    <a:pt x="236681" y="15244"/>
                  </a:lnTo>
                  <a:lnTo>
                    <a:pt x="198901" y="11433"/>
                  </a:lnTo>
                  <a:lnTo>
                    <a:pt x="262792" y="11433"/>
                  </a:lnTo>
                  <a:lnTo>
                    <a:pt x="310098" y="33975"/>
                  </a:lnTo>
                  <a:lnTo>
                    <a:pt x="339535" y="58267"/>
                  </a:lnTo>
                  <a:lnTo>
                    <a:pt x="363827" y="87689"/>
                  </a:lnTo>
                  <a:lnTo>
                    <a:pt x="382169" y="121471"/>
                  </a:lnTo>
                  <a:lnTo>
                    <a:pt x="393760" y="158809"/>
                  </a:lnTo>
                  <a:lnTo>
                    <a:pt x="397802" y="198901"/>
                  </a:lnTo>
                  <a:lnTo>
                    <a:pt x="393760" y="238973"/>
                  </a:lnTo>
                  <a:lnTo>
                    <a:pt x="382169" y="276305"/>
                  </a:lnTo>
                  <a:lnTo>
                    <a:pt x="363827" y="310094"/>
                  </a:lnTo>
                  <a:lnTo>
                    <a:pt x="339535" y="339535"/>
                  </a:lnTo>
                  <a:lnTo>
                    <a:pt x="310098" y="363827"/>
                  </a:lnTo>
                  <a:lnTo>
                    <a:pt x="276318" y="382169"/>
                  </a:lnTo>
                  <a:lnTo>
                    <a:pt x="262899" y="386335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rgbClr val="00B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88955" y="9045036"/>
              <a:ext cx="221183" cy="221239"/>
            </a:xfrm>
            <a:prstGeom prst="rect">
              <a:avLst/>
            </a:prstGeom>
            <a:ln>
              <a:solidFill>
                <a:srgbClr val="00B0F0"/>
              </a:solidFill>
            </a:ln>
          </p:spPr>
        </p:pic>
        <p:sp>
          <p:nvSpPr>
            <p:cNvPr id="13" name="object 13"/>
            <p:cNvSpPr/>
            <p:nvPr/>
          </p:nvSpPr>
          <p:spPr>
            <a:xfrm>
              <a:off x="7600395" y="7552561"/>
              <a:ext cx="462915" cy="480059"/>
            </a:xfrm>
            <a:custGeom>
              <a:avLst/>
              <a:gdLst/>
              <a:ahLst/>
              <a:cxnLst/>
              <a:rect l="l" t="t" r="r" b="b"/>
              <a:pathLst>
                <a:path w="462915" h="480059">
                  <a:moveTo>
                    <a:pt x="231279" y="480006"/>
                  </a:moveTo>
                  <a:lnTo>
                    <a:pt x="174240" y="477645"/>
                  </a:lnTo>
                  <a:lnTo>
                    <a:pt x="120236" y="470607"/>
                  </a:lnTo>
                  <a:lnTo>
                    <a:pt x="72539" y="458963"/>
                  </a:lnTo>
                  <a:lnTo>
                    <a:pt x="34420" y="442782"/>
                  </a:lnTo>
                  <a:lnTo>
                    <a:pt x="0" y="397095"/>
                  </a:lnTo>
                  <a:lnTo>
                    <a:pt x="12504" y="368133"/>
                  </a:lnTo>
                  <a:lnTo>
                    <a:pt x="46490" y="345256"/>
                  </a:lnTo>
                  <a:lnTo>
                    <a:pt x="96563" y="328594"/>
                  </a:lnTo>
                  <a:lnTo>
                    <a:pt x="157514" y="318221"/>
                  </a:lnTo>
                  <a:lnTo>
                    <a:pt x="105663" y="247167"/>
                  </a:lnTo>
                  <a:lnTo>
                    <a:pt x="85483" y="209591"/>
                  </a:lnTo>
                  <a:lnTo>
                    <a:pt x="76274" y="167945"/>
                  </a:lnTo>
                  <a:lnTo>
                    <a:pt x="75866" y="160819"/>
                  </a:lnTo>
                  <a:lnTo>
                    <a:pt x="75911" y="150048"/>
                  </a:lnTo>
                  <a:lnTo>
                    <a:pt x="82192" y="111315"/>
                  </a:lnTo>
                  <a:lnTo>
                    <a:pt x="99686" y="72648"/>
                  </a:lnTo>
                  <a:lnTo>
                    <a:pt x="127148" y="40013"/>
                  </a:lnTo>
                  <a:lnTo>
                    <a:pt x="162442" y="16065"/>
                  </a:lnTo>
                  <a:lnTo>
                    <a:pt x="202915" y="2608"/>
                  </a:lnTo>
                  <a:lnTo>
                    <a:pt x="231281" y="0"/>
                  </a:lnTo>
                  <a:lnTo>
                    <a:pt x="238417" y="163"/>
                  </a:lnTo>
                  <a:lnTo>
                    <a:pt x="280339" y="7940"/>
                  </a:lnTo>
                  <a:lnTo>
                    <a:pt x="317589" y="26176"/>
                  </a:lnTo>
                  <a:lnTo>
                    <a:pt x="223349" y="26176"/>
                  </a:lnTo>
                  <a:lnTo>
                    <a:pt x="215486" y="26899"/>
                  </a:lnTo>
                  <a:lnTo>
                    <a:pt x="177490" y="37626"/>
                  </a:lnTo>
                  <a:lnTo>
                    <a:pt x="138788" y="64764"/>
                  </a:lnTo>
                  <a:lnTo>
                    <a:pt x="112396" y="103978"/>
                  </a:lnTo>
                  <a:lnTo>
                    <a:pt x="101827" y="150048"/>
                  </a:lnTo>
                  <a:lnTo>
                    <a:pt x="101735" y="157944"/>
                  </a:lnTo>
                  <a:lnTo>
                    <a:pt x="103004" y="173753"/>
                  </a:lnTo>
                  <a:lnTo>
                    <a:pt x="118088" y="218549"/>
                  </a:lnTo>
                  <a:lnTo>
                    <a:pt x="207864" y="342802"/>
                  </a:lnTo>
                  <a:lnTo>
                    <a:pt x="175450" y="342802"/>
                  </a:lnTo>
                  <a:lnTo>
                    <a:pt x="113084" y="351935"/>
                  </a:lnTo>
                  <a:lnTo>
                    <a:pt x="66111" y="365659"/>
                  </a:lnTo>
                  <a:lnTo>
                    <a:pt x="36491" y="381529"/>
                  </a:lnTo>
                  <a:lnTo>
                    <a:pt x="26182" y="397095"/>
                  </a:lnTo>
                  <a:lnTo>
                    <a:pt x="35493" y="411877"/>
                  </a:lnTo>
                  <a:lnTo>
                    <a:pt x="62319" y="427056"/>
                  </a:lnTo>
                  <a:lnTo>
                    <a:pt x="104999" y="440517"/>
                  </a:lnTo>
                  <a:lnTo>
                    <a:pt x="161872" y="450144"/>
                  </a:lnTo>
                  <a:lnTo>
                    <a:pt x="231279" y="453824"/>
                  </a:lnTo>
                  <a:lnTo>
                    <a:pt x="402125" y="453824"/>
                  </a:lnTo>
                  <a:lnTo>
                    <a:pt x="390018" y="458963"/>
                  </a:lnTo>
                  <a:lnTo>
                    <a:pt x="342321" y="470607"/>
                  </a:lnTo>
                  <a:lnTo>
                    <a:pt x="288318" y="477645"/>
                  </a:lnTo>
                  <a:lnTo>
                    <a:pt x="231279" y="480006"/>
                  </a:lnTo>
                  <a:close/>
                </a:path>
                <a:path w="462915" h="480059">
                  <a:moveTo>
                    <a:pt x="263693" y="374888"/>
                  </a:moveTo>
                  <a:lnTo>
                    <a:pt x="231279" y="374888"/>
                  </a:lnTo>
                  <a:lnTo>
                    <a:pt x="340419" y="225326"/>
                  </a:lnTo>
                  <a:lnTo>
                    <a:pt x="344469" y="218549"/>
                  </a:lnTo>
                  <a:lnTo>
                    <a:pt x="358203" y="181533"/>
                  </a:lnTo>
                  <a:lnTo>
                    <a:pt x="360822" y="157944"/>
                  </a:lnTo>
                  <a:lnTo>
                    <a:pt x="360730" y="150048"/>
                  </a:lnTo>
                  <a:lnTo>
                    <a:pt x="353078" y="111315"/>
                  </a:lnTo>
                  <a:lnTo>
                    <a:pt x="329124" y="70566"/>
                  </a:lnTo>
                  <a:lnTo>
                    <a:pt x="292148" y="41122"/>
                  </a:lnTo>
                  <a:lnTo>
                    <a:pt x="247072" y="26899"/>
                  </a:lnTo>
                  <a:lnTo>
                    <a:pt x="239208" y="26176"/>
                  </a:lnTo>
                  <a:lnTo>
                    <a:pt x="317589" y="26176"/>
                  </a:lnTo>
                  <a:lnTo>
                    <a:pt x="350264" y="55379"/>
                  </a:lnTo>
                  <a:lnTo>
                    <a:pt x="372997" y="91485"/>
                  </a:lnTo>
                  <a:lnTo>
                    <a:pt x="385058" y="132381"/>
                  </a:lnTo>
                  <a:lnTo>
                    <a:pt x="386696" y="160819"/>
                  </a:lnTo>
                  <a:lnTo>
                    <a:pt x="386288" y="167945"/>
                  </a:lnTo>
                  <a:lnTo>
                    <a:pt x="377078" y="209591"/>
                  </a:lnTo>
                  <a:lnTo>
                    <a:pt x="356899" y="247167"/>
                  </a:lnTo>
                  <a:lnTo>
                    <a:pt x="305061" y="318201"/>
                  </a:lnTo>
                  <a:lnTo>
                    <a:pt x="366067" y="328594"/>
                  </a:lnTo>
                  <a:lnTo>
                    <a:pt x="408740" y="342801"/>
                  </a:lnTo>
                  <a:lnTo>
                    <a:pt x="287108" y="342802"/>
                  </a:lnTo>
                  <a:lnTo>
                    <a:pt x="263693" y="374888"/>
                  </a:lnTo>
                  <a:close/>
                </a:path>
                <a:path w="462915" h="480059">
                  <a:moveTo>
                    <a:pt x="402125" y="453824"/>
                  </a:moveTo>
                  <a:lnTo>
                    <a:pt x="231279" y="453824"/>
                  </a:lnTo>
                  <a:lnTo>
                    <a:pt x="300684" y="450144"/>
                  </a:lnTo>
                  <a:lnTo>
                    <a:pt x="357558" y="440517"/>
                  </a:lnTo>
                  <a:lnTo>
                    <a:pt x="400238" y="427056"/>
                  </a:lnTo>
                  <a:lnTo>
                    <a:pt x="427064" y="411877"/>
                  </a:lnTo>
                  <a:lnTo>
                    <a:pt x="436375" y="397095"/>
                  </a:lnTo>
                  <a:lnTo>
                    <a:pt x="426069" y="381527"/>
                  </a:lnTo>
                  <a:lnTo>
                    <a:pt x="396453" y="365655"/>
                  </a:lnTo>
                  <a:lnTo>
                    <a:pt x="349482" y="351930"/>
                  </a:lnTo>
                  <a:lnTo>
                    <a:pt x="287108" y="342801"/>
                  </a:lnTo>
                  <a:lnTo>
                    <a:pt x="408743" y="342802"/>
                  </a:lnTo>
                  <a:lnTo>
                    <a:pt x="416131" y="345268"/>
                  </a:lnTo>
                  <a:lnTo>
                    <a:pt x="450064" y="368137"/>
                  </a:lnTo>
                  <a:lnTo>
                    <a:pt x="462558" y="397095"/>
                  </a:lnTo>
                  <a:lnTo>
                    <a:pt x="453407" y="422136"/>
                  </a:lnTo>
                  <a:lnTo>
                    <a:pt x="428137" y="442782"/>
                  </a:lnTo>
                  <a:lnTo>
                    <a:pt x="402125" y="453824"/>
                  </a:lnTo>
                  <a:close/>
                </a:path>
                <a:path w="462915" h="480059">
                  <a:moveTo>
                    <a:pt x="233369" y="410186"/>
                  </a:moveTo>
                  <a:lnTo>
                    <a:pt x="229188" y="410186"/>
                  </a:lnTo>
                  <a:lnTo>
                    <a:pt x="227210" y="409712"/>
                  </a:lnTo>
                  <a:lnTo>
                    <a:pt x="223482" y="407818"/>
                  </a:lnTo>
                  <a:lnTo>
                    <a:pt x="221934" y="406501"/>
                  </a:lnTo>
                  <a:lnTo>
                    <a:pt x="175450" y="342802"/>
                  </a:lnTo>
                  <a:lnTo>
                    <a:pt x="207864" y="342802"/>
                  </a:lnTo>
                  <a:lnTo>
                    <a:pt x="231279" y="374888"/>
                  </a:lnTo>
                  <a:lnTo>
                    <a:pt x="263693" y="374888"/>
                  </a:lnTo>
                  <a:lnTo>
                    <a:pt x="240623" y="406501"/>
                  </a:lnTo>
                  <a:lnTo>
                    <a:pt x="239075" y="407818"/>
                  </a:lnTo>
                  <a:lnTo>
                    <a:pt x="235347" y="409712"/>
                  </a:lnTo>
                  <a:lnTo>
                    <a:pt x="233369" y="410186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rgbClr val="00B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55373" y="7631759"/>
              <a:ext cx="152606" cy="152606"/>
            </a:xfrm>
            <a:prstGeom prst="rect">
              <a:avLst/>
            </a:prstGeom>
            <a:ln>
              <a:solidFill>
                <a:srgbClr val="00B0F0"/>
              </a:solidFill>
            </a:ln>
          </p:spPr>
        </p:pic>
        <p:sp>
          <p:nvSpPr>
            <p:cNvPr id="15" name="object 15"/>
            <p:cNvSpPr/>
            <p:nvPr/>
          </p:nvSpPr>
          <p:spPr>
            <a:xfrm>
              <a:off x="12565105" y="8311073"/>
              <a:ext cx="398145" cy="340995"/>
            </a:xfrm>
            <a:custGeom>
              <a:avLst/>
              <a:gdLst/>
              <a:ahLst/>
              <a:cxnLst/>
              <a:rect l="l" t="t" r="r" b="b"/>
              <a:pathLst>
                <a:path w="398145" h="340995">
                  <a:moveTo>
                    <a:pt x="168584" y="30091"/>
                  </a:moveTo>
                  <a:lnTo>
                    <a:pt x="141850" y="30091"/>
                  </a:lnTo>
                  <a:lnTo>
                    <a:pt x="186669" y="1748"/>
                  </a:lnTo>
                  <a:lnTo>
                    <a:pt x="192749" y="0"/>
                  </a:lnTo>
                  <a:lnTo>
                    <a:pt x="204928" y="0"/>
                  </a:lnTo>
                  <a:lnTo>
                    <a:pt x="211011" y="1748"/>
                  </a:lnTo>
                  <a:lnTo>
                    <a:pt x="230907" y="14331"/>
                  </a:lnTo>
                  <a:lnTo>
                    <a:pt x="195386" y="14331"/>
                  </a:lnTo>
                  <a:lnTo>
                    <a:pt x="191922" y="15332"/>
                  </a:lnTo>
                  <a:lnTo>
                    <a:pt x="168584" y="30091"/>
                  </a:lnTo>
                  <a:close/>
                </a:path>
                <a:path w="398145" h="340995">
                  <a:moveTo>
                    <a:pt x="255826" y="30091"/>
                  </a:moveTo>
                  <a:lnTo>
                    <a:pt x="229095" y="30091"/>
                  </a:lnTo>
                  <a:lnTo>
                    <a:pt x="205757" y="15330"/>
                  </a:lnTo>
                  <a:lnTo>
                    <a:pt x="202291" y="14331"/>
                  </a:lnTo>
                  <a:lnTo>
                    <a:pt x="230907" y="14331"/>
                  </a:lnTo>
                  <a:lnTo>
                    <a:pt x="255826" y="30091"/>
                  </a:lnTo>
                  <a:close/>
                </a:path>
                <a:path w="398145" h="340995">
                  <a:moveTo>
                    <a:pt x="364813" y="340451"/>
                  </a:moveTo>
                  <a:lnTo>
                    <a:pt x="31754" y="340423"/>
                  </a:lnTo>
                  <a:lnTo>
                    <a:pt x="0" y="316442"/>
                  </a:lnTo>
                  <a:lnTo>
                    <a:pt x="0" y="132235"/>
                  </a:lnTo>
                  <a:lnTo>
                    <a:pt x="15450" y="110031"/>
                  </a:lnTo>
                  <a:lnTo>
                    <a:pt x="66001" y="78061"/>
                  </a:lnTo>
                  <a:lnTo>
                    <a:pt x="66001" y="33300"/>
                  </a:lnTo>
                  <a:lnTo>
                    <a:pt x="69210" y="30091"/>
                  </a:lnTo>
                  <a:lnTo>
                    <a:pt x="328467" y="30091"/>
                  </a:lnTo>
                  <a:lnTo>
                    <a:pt x="331676" y="33300"/>
                  </a:lnTo>
                  <a:lnTo>
                    <a:pt x="331676" y="44423"/>
                  </a:lnTo>
                  <a:lnTo>
                    <a:pt x="80333" y="44423"/>
                  </a:lnTo>
                  <a:lnTo>
                    <a:pt x="80333" y="94967"/>
                  </a:lnTo>
                  <a:lnTo>
                    <a:pt x="66001" y="94967"/>
                  </a:lnTo>
                  <a:lnTo>
                    <a:pt x="21718" y="123049"/>
                  </a:lnTo>
                  <a:lnTo>
                    <a:pt x="20547" y="123995"/>
                  </a:lnTo>
                  <a:lnTo>
                    <a:pt x="41089" y="136988"/>
                  </a:lnTo>
                  <a:lnTo>
                    <a:pt x="14356" y="136988"/>
                  </a:lnTo>
                  <a:lnTo>
                    <a:pt x="14478" y="309668"/>
                  </a:lnTo>
                  <a:lnTo>
                    <a:pt x="41218" y="309668"/>
                  </a:lnTo>
                  <a:lnTo>
                    <a:pt x="21553" y="322104"/>
                  </a:lnTo>
                  <a:lnTo>
                    <a:pt x="24277" y="324247"/>
                  </a:lnTo>
                  <a:lnTo>
                    <a:pt x="27601" y="325653"/>
                  </a:lnTo>
                  <a:lnTo>
                    <a:pt x="32898" y="326119"/>
                  </a:lnTo>
                  <a:lnTo>
                    <a:pt x="392566" y="326119"/>
                  </a:lnTo>
                  <a:lnTo>
                    <a:pt x="382753" y="335930"/>
                  </a:lnTo>
                  <a:lnTo>
                    <a:pt x="375835" y="339419"/>
                  </a:lnTo>
                  <a:lnTo>
                    <a:pt x="366237" y="340409"/>
                  </a:lnTo>
                  <a:lnTo>
                    <a:pt x="364813" y="340451"/>
                  </a:lnTo>
                  <a:close/>
                </a:path>
                <a:path w="398145" h="340995">
                  <a:moveTo>
                    <a:pt x="231701" y="232876"/>
                  </a:moveTo>
                  <a:lnTo>
                    <a:pt x="202805" y="232876"/>
                  </a:lnTo>
                  <a:lnTo>
                    <a:pt x="206782" y="231730"/>
                  </a:lnTo>
                  <a:lnTo>
                    <a:pt x="317344" y="161805"/>
                  </a:lnTo>
                  <a:lnTo>
                    <a:pt x="317344" y="44423"/>
                  </a:lnTo>
                  <a:lnTo>
                    <a:pt x="331676" y="44423"/>
                  </a:lnTo>
                  <a:lnTo>
                    <a:pt x="331676" y="78061"/>
                  </a:lnTo>
                  <a:lnTo>
                    <a:pt x="358288" y="94967"/>
                  </a:lnTo>
                  <a:lnTo>
                    <a:pt x="331676" y="94967"/>
                  </a:lnTo>
                  <a:lnTo>
                    <a:pt x="331676" y="152743"/>
                  </a:lnTo>
                  <a:lnTo>
                    <a:pt x="358407" y="152743"/>
                  </a:lnTo>
                  <a:lnTo>
                    <a:pt x="328791" y="171473"/>
                  </a:lnTo>
                  <a:lnTo>
                    <a:pt x="328497" y="171694"/>
                  </a:lnTo>
                  <a:lnTo>
                    <a:pt x="328184" y="171892"/>
                  </a:lnTo>
                  <a:lnTo>
                    <a:pt x="327856" y="172064"/>
                  </a:lnTo>
                  <a:lnTo>
                    <a:pt x="246735" y="223369"/>
                  </a:lnTo>
                  <a:lnTo>
                    <a:pt x="260101" y="231822"/>
                  </a:lnTo>
                  <a:lnTo>
                    <a:pt x="233368" y="231822"/>
                  </a:lnTo>
                  <a:lnTo>
                    <a:pt x="231701" y="232876"/>
                  </a:lnTo>
                  <a:close/>
                </a:path>
                <a:path w="398145" h="340995">
                  <a:moveTo>
                    <a:pt x="80333" y="152743"/>
                  </a:moveTo>
                  <a:lnTo>
                    <a:pt x="66001" y="152743"/>
                  </a:lnTo>
                  <a:lnTo>
                    <a:pt x="66001" y="94967"/>
                  </a:lnTo>
                  <a:lnTo>
                    <a:pt x="80333" y="94967"/>
                  </a:lnTo>
                  <a:lnTo>
                    <a:pt x="80333" y="152743"/>
                  </a:lnTo>
                  <a:close/>
                </a:path>
                <a:path w="398145" h="340995">
                  <a:moveTo>
                    <a:pt x="358407" y="152743"/>
                  </a:moveTo>
                  <a:lnTo>
                    <a:pt x="331676" y="152743"/>
                  </a:lnTo>
                  <a:lnTo>
                    <a:pt x="377130" y="123995"/>
                  </a:lnTo>
                  <a:lnTo>
                    <a:pt x="374613" y="122123"/>
                  </a:lnTo>
                  <a:lnTo>
                    <a:pt x="331676" y="94967"/>
                  </a:lnTo>
                  <a:lnTo>
                    <a:pt x="358288" y="94967"/>
                  </a:lnTo>
                  <a:lnTo>
                    <a:pt x="390880" y="117646"/>
                  </a:lnTo>
                  <a:lnTo>
                    <a:pt x="397677" y="132235"/>
                  </a:lnTo>
                  <a:lnTo>
                    <a:pt x="397677" y="136988"/>
                  </a:lnTo>
                  <a:lnTo>
                    <a:pt x="383321" y="136988"/>
                  </a:lnTo>
                  <a:lnTo>
                    <a:pt x="358407" y="152743"/>
                  </a:lnTo>
                  <a:close/>
                </a:path>
                <a:path w="398145" h="340995">
                  <a:moveTo>
                    <a:pt x="41218" y="309668"/>
                  </a:moveTo>
                  <a:lnTo>
                    <a:pt x="14478" y="309668"/>
                  </a:lnTo>
                  <a:lnTo>
                    <a:pt x="150942" y="223369"/>
                  </a:lnTo>
                  <a:lnTo>
                    <a:pt x="14356" y="136988"/>
                  </a:lnTo>
                  <a:lnTo>
                    <a:pt x="41089" y="136988"/>
                  </a:lnTo>
                  <a:lnTo>
                    <a:pt x="66001" y="152743"/>
                  </a:lnTo>
                  <a:lnTo>
                    <a:pt x="80333" y="152743"/>
                  </a:lnTo>
                  <a:lnTo>
                    <a:pt x="80333" y="161805"/>
                  </a:lnTo>
                  <a:lnTo>
                    <a:pt x="190895" y="231730"/>
                  </a:lnTo>
                  <a:lnTo>
                    <a:pt x="191214" y="231822"/>
                  </a:lnTo>
                  <a:lnTo>
                    <a:pt x="164309" y="231822"/>
                  </a:lnTo>
                  <a:lnTo>
                    <a:pt x="41218" y="309668"/>
                  </a:lnTo>
                  <a:close/>
                </a:path>
                <a:path w="398145" h="340995">
                  <a:moveTo>
                    <a:pt x="397677" y="309672"/>
                  </a:moveTo>
                  <a:lnTo>
                    <a:pt x="383199" y="309672"/>
                  </a:lnTo>
                  <a:lnTo>
                    <a:pt x="383321" y="136988"/>
                  </a:lnTo>
                  <a:lnTo>
                    <a:pt x="397677" y="136988"/>
                  </a:lnTo>
                  <a:lnTo>
                    <a:pt x="397677" y="309672"/>
                  </a:lnTo>
                  <a:close/>
                </a:path>
                <a:path w="398145" h="340995">
                  <a:moveTo>
                    <a:pt x="205440" y="247208"/>
                  </a:moveTo>
                  <a:lnTo>
                    <a:pt x="192237" y="247208"/>
                  </a:lnTo>
                  <a:lnTo>
                    <a:pt x="185644" y="245315"/>
                  </a:lnTo>
                  <a:lnTo>
                    <a:pt x="164309" y="231822"/>
                  </a:lnTo>
                  <a:lnTo>
                    <a:pt x="191214" y="231822"/>
                  </a:lnTo>
                  <a:lnTo>
                    <a:pt x="194874" y="232876"/>
                  </a:lnTo>
                  <a:lnTo>
                    <a:pt x="231701" y="232876"/>
                  </a:lnTo>
                  <a:lnTo>
                    <a:pt x="212035" y="245315"/>
                  </a:lnTo>
                  <a:lnTo>
                    <a:pt x="205440" y="247208"/>
                  </a:lnTo>
                  <a:close/>
                </a:path>
                <a:path w="398145" h="340995">
                  <a:moveTo>
                    <a:pt x="392566" y="326119"/>
                  </a:moveTo>
                  <a:lnTo>
                    <a:pt x="32898" y="326119"/>
                  </a:lnTo>
                  <a:lnTo>
                    <a:pt x="366214" y="326046"/>
                  </a:lnTo>
                  <a:lnTo>
                    <a:pt x="370074" y="325651"/>
                  </a:lnTo>
                  <a:lnTo>
                    <a:pt x="373397" y="324245"/>
                  </a:lnTo>
                  <a:lnTo>
                    <a:pt x="376124" y="322104"/>
                  </a:lnTo>
                  <a:lnTo>
                    <a:pt x="233368" y="231822"/>
                  </a:lnTo>
                  <a:lnTo>
                    <a:pt x="260101" y="231822"/>
                  </a:lnTo>
                  <a:lnTo>
                    <a:pt x="383199" y="309672"/>
                  </a:lnTo>
                  <a:lnTo>
                    <a:pt x="397677" y="309672"/>
                  </a:lnTo>
                  <a:lnTo>
                    <a:pt x="397677" y="316442"/>
                  </a:lnTo>
                  <a:lnTo>
                    <a:pt x="393956" y="324729"/>
                  </a:lnTo>
                  <a:lnTo>
                    <a:pt x="392566" y="326119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rgbClr val="00B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709995" y="8384673"/>
              <a:ext cx="107909" cy="107806"/>
            </a:xfrm>
            <a:prstGeom prst="rect">
              <a:avLst/>
            </a:prstGeom>
            <a:ln>
              <a:solidFill>
                <a:srgbClr val="00B0F0"/>
              </a:solidFill>
            </a:ln>
          </p:spPr>
        </p:pic>
        <p:sp>
          <p:nvSpPr>
            <p:cNvPr id="17" name="object 17"/>
            <p:cNvSpPr/>
            <p:nvPr/>
          </p:nvSpPr>
          <p:spPr>
            <a:xfrm>
              <a:off x="12565105" y="8957035"/>
              <a:ext cx="398145" cy="398145"/>
            </a:xfrm>
            <a:custGeom>
              <a:avLst/>
              <a:gdLst/>
              <a:ahLst/>
              <a:cxnLst/>
              <a:rect l="l" t="t" r="r" b="b"/>
              <a:pathLst>
                <a:path w="398145" h="398145">
                  <a:moveTo>
                    <a:pt x="198901" y="397802"/>
                  </a:moveTo>
                  <a:lnTo>
                    <a:pt x="158809" y="393760"/>
                  </a:lnTo>
                  <a:lnTo>
                    <a:pt x="121471" y="382169"/>
                  </a:lnTo>
                  <a:lnTo>
                    <a:pt x="87689" y="363827"/>
                  </a:lnTo>
                  <a:lnTo>
                    <a:pt x="58267" y="339535"/>
                  </a:lnTo>
                  <a:lnTo>
                    <a:pt x="33975" y="310094"/>
                  </a:lnTo>
                  <a:lnTo>
                    <a:pt x="15633" y="276305"/>
                  </a:lnTo>
                  <a:lnTo>
                    <a:pt x="4041" y="238973"/>
                  </a:lnTo>
                  <a:lnTo>
                    <a:pt x="0" y="198901"/>
                  </a:lnTo>
                  <a:lnTo>
                    <a:pt x="4041" y="158809"/>
                  </a:lnTo>
                  <a:lnTo>
                    <a:pt x="15633" y="121471"/>
                  </a:lnTo>
                  <a:lnTo>
                    <a:pt x="33975" y="87689"/>
                  </a:lnTo>
                  <a:lnTo>
                    <a:pt x="58267" y="58267"/>
                  </a:lnTo>
                  <a:lnTo>
                    <a:pt x="87689" y="33975"/>
                  </a:lnTo>
                  <a:lnTo>
                    <a:pt x="121471" y="15633"/>
                  </a:lnTo>
                  <a:lnTo>
                    <a:pt x="158809" y="4041"/>
                  </a:lnTo>
                  <a:lnTo>
                    <a:pt x="198901" y="0"/>
                  </a:lnTo>
                  <a:lnTo>
                    <a:pt x="238987" y="4041"/>
                  </a:lnTo>
                  <a:lnTo>
                    <a:pt x="262792" y="11433"/>
                  </a:lnTo>
                  <a:lnTo>
                    <a:pt x="198901" y="11433"/>
                  </a:lnTo>
                  <a:lnTo>
                    <a:pt x="161120" y="15244"/>
                  </a:lnTo>
                  <a:lnTo>
                    <a:pt x="94083" y="43453"/>
                  </a:lnTo>
                  <a:lnTo>
                    <a:pt x="43453" y="94083"/>
                  </a:lnTo>
                  <a:lnTo>
                    <a:pt x="15244" y="161120"/>
                  </a:lnTo>
                  <a:lnTo>
                    <a:pt x="11433" y="198901"/>
                  </a:lnTo>
                  <a:lnTo>
                    <a:pt x="15244" y="236681"/>
                  </a:lnTo>
                  <a:lnTo>
                    <a:pt x="43453" y="303704"/>
                  </a:lnTo>
                  <a:lnTo>
                    <a:pt x="94083" y="354329"/>
                  </a:lnTo>
                  <a:lnTo>
                    <a:pt x="161120" y="382529"/>
                  </a:lnTo>
                  <a:lnTo>
                    <a:pt x="198901" y="386335"/>
                  </a:lnTo>
                  <a:lnTo>
                    <a:pt x="262899" y="386335"/>
                  </a:lnTo>
                  <a:lnTo>
                    <a:pt x="238987" y="393760"/>
                  </a:lnTo>
                  <a:lnTo>
                    <a:pt x="198901" y="397802"/>
                  </a:lnTo>
                  <a:close/>
                </a:path>
                <a:path w="398145" h="398145">
                  <a:moveTo>
                    <a:pt x="262899" y="386335"/>
                  </a:moveTo>
                  <a:lnTo>
                    <a:pt x="198901" y="386335"/>
                  </a:lnTo>
                  <a:lnTo>
                    <a:pt x="236681" y="382529"/>
                  </a:lnTo>
                  <a:lnTo>
                    <a:pt x="271868" y="371610"/>
                  </a:lnTo>
                  <a:lnTo>
                    <a:pt x="331435" y="331435"/>
                  </a:lnTo>
                  <a:lnTo>
                    <a:pt x="371610" y="271868"/>
                  </a:lnTo>
                  <a:lnTo>
                    <a:pt x="386335" y="198901"/>
                  </a:lnTo>
                  <a:lnTo>
                    <a:pt x="382529" y="161120"/>
                  </a:lnTo>
                  <a:lnTo>
                    <a:pt x="354329" y="94083"/>
                  </a:lnTo>
                  <a:lnTo>
                    <a:pt x="303704" y="43453"/>
                  </a:lnTo>
                  <a:lnTo>
                    <a:pt x="236681" y="15244"/>
                  </a:lnTo>
                  <a:lnTo>
                    <a:pt x="198901" y="11433"/>
                  </a:lnTo>
                  <a:lnTo>
                    <a:pt x="262792" y="11433"/>
                  </a:lnTo>
                  <a:lnTo>
                    <a:pt x="310098" y="33975"/>
                  </a:lnTo>
                  <a:lnTo>
                    <a:pt x="339535" y="58267"/>
                  </a:lnTo>
                  <a:lnTo>
                    <a:pt x="363827" y="87689"/>
                  </a:lnTo>
                  <a:lnTo>
                    <a:pt x="382169" y="121471"/>
                  </a:lnTo>
                  <a:lnTo>
                    <a:pt x="393760" y="158809"/>
                  </a:lnTo>
                  <a:lnTo>
                    <a:pt x="397802" y="198901"/>
                  </a:lnTo>
                  <a:lnTo>
                    <a:pt x="393760" y="238973"/>
                  </a:lnTo>
                  <a:lnTo>
                    <a:pt x="382169" y="276305"/>
                  </a:lnTo>
                  <a:lnTo>
                    <a:pt x="363827" y="310094"/>
                  </a:lnTo>
                  <a:lnTo>
                    <a:pt x="339535" y="339535"/>
                  </a:lnTo>
                  <a:lnTo>
                    <a:pt x="310098" y="363827"/>
                  </a:lnTo>
                  <a:lnTo>
                    <a:pt x="276318" y="382169"/>
                  </a:lnTo>
                  <a:lnTo>
                    <a:pt x="262899" y="386335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rgbClr val="00B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653660" y="9045036"/>
              <a:ext cx="221183" cy="221239"/>
            </a:xfrm>
            <a:prstGeom prst="rect">
              <a:avLst/>
            </a:prstGeom>
            <a:ln>
              <a:solidFill>
                <a:srgbClr val="00B0F0"/>
              </a:solidFill>
            </a:ln>
          </p:spPr>
        </p:pic>
        <p:sp>
          <p:nvSpPr>
            <p:cNvPr id="19" name="object 19"/>
            <p:cNvSpPr/>
            <p:nvPr/>
          </p:nvSpPr>
          <p:spPr>
            <a:xfrm>
              <a:off x="12565099" y="7552561"/>
              <a:ext cx="462915" cy="480059"/>
            </a:xfrm>
            <a:custGeom>
              <a:avLst/>
              <a:gdLst/>
              <a:ahLst/>
              <a:cxnLst/>
              <a:rect l="l" t="t" r="r" b="b"/>
              <a:pathLst>
                <a:path w="462915" h="480059">
                  <a:moveTo>
                    <a:pt x="231279" y="480006"/>
                  </a:moveTo>
                  <a:lnTo>
                    <a:pt x="174240" y="477645"/>
                  </a:lnTo>
                  <a:lnTo>
                    <a:pt x="120236" y="470607"/>
                  </a:lnTo>
                  <a:lnTo>
                    <a:pt x="72539" y="458963"/>
                  </a:lnTo>
                  <a:lnTo>
                    <a:pt x="34420" y="442782"/>
                  </a:lnTo>
                  <a:lnTo>
                    <a:pt x="0" y="397095"/>
                  </a:lnTo>
                  <a:lnTo>
                    <a:pt x="12504" y="368133"/>
                  </a:lnTo>
                  <a:lnTo>
                    <a:pt x="46490" y="345256"/>
                  </a:lnTo>
                  <a:lnTo>
                    <a:pt x="96563" y="328594"/>
                  </a:lnTo>
                  <a:lnTo>
                    <a:pt x="157514" y="318221"/>
                  </a:lnTo>
                  <a:lnTo>
                    <a:pt x="105663" y="247167"/>
                  </a:lnTo>
                  <a:lnTo>
                    <a:pt x="85483" y="209591"/>
                  </a:lnTo>
                  <a:lnTo>
                    <a:pt x="76274" y="167945"/>
                  </a:lnTo>
                  <a:lnTo>
                    <a:pt x="75866" y="160819"/>
                  </a:lnTo>
                  <a:lnTo>
                    <a:pt x="75911" y="150048"/>
                  </a:lnTo>
                  <a:lnTo>
                    <a:pt x="82192" y="111315"/>
                  </a:lnTo>
                  <a:lnTo>
                    <a:pt x="99686" y="72648"/>
                  </a:lnTo>
                  <a:lnTo>
                    <a:pt x="127148" y="40013"/>
                  </a:lnTo>
                  <a:lnTo>
                    <a:pt x="162442" y="16065"/>
                  </a:lnTo>
                  <a:lnTo>
                    <a:pt x="202915" y="2608"/>
                  </a:lnTo>
                  <a:lnTo>
                    <a:pt x="231281" y="0"/>
                  </a:lnTo>
                  <a:lnTo>
                    <a:pt x="238417" y="163"/>
                  </a:lnTo>
                  <a:lnTo>
                    <a:pt x="280339" y="7940"/>
                  </a:lnTo>
                  <a:lnTo>
                    <a:pt x="317589" y="26176"/>
                  </a:lnTo>
                  <a:lnTo>
                    <a:pt x="223349" y="26176"/>
                  </a:lnTo>
                  <a:lnTo>
                    <a:pt x="215486" y="26899"/>
                  </a:lnTo>
                  <a:lnTo>
                    <a:pt x="177490" y="37626"/>
                  </a:lnTo>
                  <a:lnTo>
                    <a:pt x="138788" y="64764"/>
                  </a:lnTo>
                  <a:lnTo>
                    <a:pt x="112396" y="103978"/>
                  </a:lnTo>
                  <a:lnTo>
                    <a:pt x="101827" y="150048"/>
                  </a:lnTo>
                  <a:lnTo>
                    <a:pt x="101735" y="157944"/>
                  </a:lnTo>
                  <a:lnTo>
                    <a:pt x="103004" y="173753"/>
                  </a:lnTo>
                  <a:lnTo>
                    <a:pt x="118088" y="218549"/>
                  </a:lnTo>
                  <a:lnTo>
                    <a:pt x="207864" y="342802"/>
                  </a:lnTo>
                  <a:lnTo>
                    <a:pt x="175450" y="342802"/>
                  </a:lnTo>
                  <a:lnTo>
                    <a:pt x="113084" y="351935"/>
                  </a:lnTo>
                  <a:lnTo>
                    <a:pt x="66111" y="365659"/>
                  </a:lnTo>
                  <a:lnTo>
                    <a:pt x="36491" y="381529"/>
                  </a:lnTo>
                  <a:lnTo>
                    <a:pt x="26182" y="397095"/>
                  </a:lnTo>
                  <a:lnTo>
                    <a:pt x="35493" y="411877"/>
                  </a:lnTo>
                  <a:lnTo>
                    <a:pt x="62319" y="427056"/>
                  </a:lnTo>
                  <a:lnTo>
                    <a:pt x="104999" y="440517"/>
                  </a:lnTo>
                  <a:lnTo>
                    <a:pt x="161872" y="450144"/>
                  </a:lnTo>
                  <a:lnTo>
                    <a:pt x="231279" y="453824"/>
                  </a:lnTo>
                  <a:lnTo>
                    <a:pt x="402125" y="453824"/>
                  </a:lnTo>
                  <a:lnTo>
                    <a:pt x="390018" y="458963"/>
                  </a:lnTo>
                  <a:lnTo>
                    <a:pt x="342321" y="470607"/>
                  </a:lnTo>
                  <a:lnTo>
                    <a:pt x="288318" y="477645"/>
                  </a:lnTo>
                  <a:lnTo>
                    <a:pt x="231279" y="480006"/>
                  </a:lnTo>
                  <a:close/>
                </a:path>
                <a:path w="462915" h="480059">
                  <a:moveTo>
                    <a:pt x="263693" y="374888"/>
                  </a:moveTo>
                  <a:lnTo>
                    <a:pt x="231279" y="374888"/>
                  </a:lnTo>
                  <a:lnTo>
                    <a:pt x="340419" y="225326"/>
                  </a:lnTo>
                  <a:lnTo>
                    <a:pt x="344469" y="218549"/>
                  </a:lnTo>
                  <a:lnTo>
                    <a:pt x="358203" y="181533"/>
                  </a:lnTo>
                  <a:lnTo>
                    <a:pt x="360822" y="157944"/>
                  </a:lnTo>
                  <a:lnTo>
                    <a:pt x="360730" y="150048"/>
                  </a:lnTo>
                  <a:lnTo>
                    <a:pt x="353078" y="111315"/>
                  </a:lnTo>
                  <a:lnTo>
                    <a:pt x="329124" y="70566"/>
                  </a:lnTo>
                  <a:lnTo>
                    <a:pt x="292148" y="41122"/>
                  </a:lnTo>
                  <a:lnTo>
                    <a:pt x="247072" y="26899"/>
                  </a:lnTo>
                  <a:lnTo>
                    <a:pt x="239208" y="26176"/>
                  </a:lnTo>
                  <a:lnTo>
                    <a:pt x="317589" y="26176"/>
                  </a:lnTo>
                  <a:lnTo>
                    <a:pt x="350264" y="55379"/>
                  </a:lnTo>
                  <a:lnTo>
                    <a:pt x="372997" y="91485"/>
                  </a:lnTo>
                  <a:lnTo>
                    <a:pt x="385058" y="132381"/>
                  </a:lnTo>
                  <a:lnTo>
                    <a:pt x="386696" y="160819"/>
                  </a:lnTo>
                  <a:lnTo>
                    <a:pt x="386288" y="167945"/>
                  </a:lnTo>
                  <a:lnTo>
                    <a:pt x="377078" y="209591"/>
                  </a:lnTo>
                  <a:lnTo>
                    <a:pt x="356899" y="247167"/>
                  </a:lnTo>
                  <a:lnTo>
                    <a:pt x="305061" y="318201"/>
                  </a:lnTo>
                  <a:lnTo>
                    <a:pt x="366067" y="328594"/>
                  </a:lnTo>
                  <a:lnTo>
                    <a:pt x="408740" y="342801"/>
                  </a:lnTo>
                  <a:lnTo>
                    <a:pt x="287108" y="342802"/>
                  </a:lnTo>
                  <a:lnTo>
                    <a:pt x="263693" y="374888"/>
                  </a:lnTo>
                  <a:close/>
                </a:path>
                <a:path w="462915" h="480059">
                  <a:moveTo>
                    <a:pt x="402125" y="453824"/>
                  </a:moveTo>
                  <a:lnTo>
                    <a:pt x="231279" y="453824"/>
                  </a:lnTo>
                  <a:lnTo>
                    <a:pt x="300684" y="450144"/>
                  </a:lnTo>
                  <a:lnTo>
                    <a:pt x="357558" y="440517"/>
                  </a:lnTo>
                  <a:lnTo>
                    <a:pt x="400238" y="427056"/>
                  </a:lnTo>
                  <a:lnTo>
                    <a:pt x="427064" y="411877"/>
                  </a:lnTo>
                  <a:lnTo>
                    <a:pt x="436375" y="397095"/>
                  </a:lnTo>
                  <a:lnTo>
                    <a:pt x="426069" y="381527"/>
                  </a:lnTo>
                  <a:lnTo>
                    <a:pt x="396453" y="365655"/>
                  </a:lnTo>
                  <a:lnTo>
                    <a:pt x="349482" y="351930"/>
                  </a:lnTo>
                  <a:lnTo>
                    <a:pt x="287108" y="342801"/>
                  </a:lnTo>
                  <a:lnTo>
                    <a:pt x="408743" y="342802"/>
                  </a:lnTo>
                  <a:lnTo>
                    <a:pt x="416131" y="345268"/>
                  </a:lnTo>
                  <a:lnTo>
                    <a:pt x="450064" y="368137"/>
                  </a:lnTo>
                  <a:lnTo>
                    <a:pt x="462558" y="397095"/>
                  </a:lnTo>
                  <a:lnTo>
                    <a:pt x="453407" y="422136"/>
                  </a:lnTo>
                  <a:lnTo>
                    <a:pt x="428137" y="442782"/>
                  </a:lnTo>
                  <a:lnTo>
                    <a:pt x="402125" y="453824"/>
                  </a:lnTo>
                  <a:close/>
                </a:path>
                <a:path w="462915" h="480059">
                  <a:moveTo>
                    <a:pt x="233369" y="410186"/>
                  </a:moveTo>
                  <a:lnTo>
                    <a:pt x="229188" y="410186"/>
                  </a:lnTo>
                  <a:lnTo>
                    <a:pt x="227210" y="409712"/>
                  </a:lnTo>
                  <a:lnTo>
                    <a:pt x="223482" y="407818"/>
                  </a:lnTo>
                  <a:lnTo>
                    <a:pt x="221934" y="406501"/>
                  </a:lnTo>
                  <a:lnTo>
                    <a:pt x="175450" y="342802"/>
                  </a:lnTo>
                  <a:lnTo>
                    <a:pt x="207864" y="342802"/>
                  </a:lnTo>
                  <a:lnTo>
                    <a:pt x="231279" y="374888"/>
                  </a:lnTo>
                  <a:lnTo>
                    <a:pt x="263693" y="374888"/>
                  </a:lnTo>
                  <a:lnTo>
                    <a:pt x="240623" y="406501"/>
                  </a:lnTo>
                  <a:lnTo>
                    <a:pt x="239075" y="407818"/>
                  </a:lnTo>
                  <a:lnTo>
                    <a:pt x="235347" y="409712"/>
                  </a:lnTo>
                  <a:lnTo>
                    <a:pt x="233369" y="410186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rgbClr val="00B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720077" y="7631759"/>
              <a:ext cx="152606" cy="152606"/>
            </a:xfrm>
            <a:prstGeom prst="rect">
              <a:avLst/>
            </a:prstGeom>
            <a:ln>
              <a:solidFill>
                <a:srgbClr val="00B0F0"/>
              </a:solidFill>
            </a:ln>
          </p:spPr>
        </p:pic>
        <p:sp>
          <p:nvSpPr>
            <p:cNvPr id="21" name="object 21"/>
            <p:cNvSpPr/>
            <p:nvPr/>
          </p:nvSpPr>
          <p:spPr>
            <a:xfrm>
              <a:off x="6765835" y="6568325"/>
              <a:ext cx="542925" cy="542925"/>
            </a:xfrm>
            <a:custGeom>
              <a:avLst/>
              <a:gdLst/>
              <a:ahLst/>
              <a:cxnLst/>
              <a:rect l="l" t="t" r="r" b="b"/>
              <a:pathLst>
                <a:path w="542925" h="542925">
                  <a:moveTo>
                    <a:pt x="271462" y="542924"/>
                  </a:moveTo>
                  <a:lnTo>
                    <a:pt x="231630" y="539986"/>
                  </a:lnTo>
                  <a:lnTo>
                    <a:pt x="192660" y="531235"/>
                  </a:lnTo>
                  <a:lnTo>
                    <a:pt x="155397" y="516861"/>
                  </a:lnTo>
                  <a:lnTo>
                    <a:pt x="120645" y="497174"/>
                  </a:lnTo>
                  <a:lnTo>
                    <a:pt x="89158" y="472602"/>
                  </a:lnTo>
                  <a:lnTo>
                    <a:pt x="61619" y="443676"/>
                  </a:lnTo>
                  <a:lnTo>
                    <a:pt x="38621" y="411021"/>
                  </a:lnTo>
                  <a:lnTo>
                    <a:pt x="20663" y="375346"/>
                  </a:lnTo>
                  <a:lnTo>
                    <a:pt x="8135" y="337422"/>
                  </a:lnTo>
                  <a:lnTo>
                    <a:pt x="1307" y="298069"/>
                  </a:lnTo>
                  <a:lnTo>
                    <a:pt x="0" y="271462"/>
                  </a:lnTo>
                  <a:lnTo>
                    <a:pt x="326" y="258142"/>
                  </a:lnTo>
                  <a:lnTo>
                    <a:pt x="5216" y="218502"/>
                  </a:lnTo>
                  <a:lnTo>
                    <a:pt x="15868" y="180009"/>
                  </a:lnTo>
                  <a:lnTo>
                    <a:pt x="32053" y="143496"/>
                  </a:lnTo>
                  <a:lnTo>
                    <a:pt x="53421" y="109752"/>
                  </a:lnTo>
                  <a:lnTo>
                    <a:pt x="79509" y="79509"/>
                  </a:lnTo>
                  <a:lnTo>
                    <a:pt x="109752" y="53421"/>
                  </a:lnTo>
                  <a:lnTo>
                    <a:pt x="143496" y="32053"/>
                  </a:lnTo>
                  <a:lnTo>
                    <a:pt x="180009" y="15868"/>
                  </a:lnTo>
                  <a:lnTo>
                    <a:pt x="218502" y="5216"/>
                  </a:lnTo>
                  <a:lnTo>
                    <a:pt x="258142" y="326"/>
                  </a:lnTo>
                  <a:lnTo>
                    <a:pt x="271462" y="0"/>
                  </a:lnTo>
                  <a:lnTo>
                    <a:pt x="284782" y="326"/>
                  </a:lnTo>
                  <a:lnTo>
                    <a:pt x="324421" y="5216"/>
                  </a:lnTo>
                  <a:lnTo>
                    <a:pt x="362915" y="15868"/>
                  </a:lnTo>
                  <a:lnTo>
                    <a:pt x="399428" y="32053"/>
                  </a:lnTo>
                  <a:lnTo>
                    <a:pt x="433171" y="53421"/>
                  </a:lnTo>
                  <a:lnTo>
                    <a:pt x="463414" y="79509"/>
                  </a:lnTo>
                  <a:lnTo>
                    <a:pt x="489503" y="109752"/>
                  </a:lnTo>
                  <a:lnTo>
                    <a:pt x="510870" y="143496"/>
                  </a:lnTo>
                  <a:lnTo>
                    <a:pt x="527056" y="180009"/>
                  </a:lnTo>
                  <a:lnTo>
                    <a:pt x="537708" y="218502"/>
                  </a:lnTo>
                  <a:lnTo>
                    <a:pt x="542597" y="258142"/>
                  </a:lnTo>
                  <a:lnTo>
                    <a:pt x="542924" y="271462"/>
                  </a:lnTo>
                  <a:lnTo>
                    <a:pt x="542597" y="284782"/>
                  </a:lnTo>
                  <a:lnTo>
                    <a:pt x="537708" y="324421"/>
                  </a:lnTo>
                  <a:lnTo>
                    <a:pt x="527056" y="362915"/>
                  </a:lnTo>
                  <a:lnTo>
                    <a:pt x="510870" y="399428"/>
                  </a:lnTo>
                  <a:lnTo>
                    <a:pt x="489503" y="433171"/>
                  </a:lnTo>
                  <a:lnTo>
                    <a:pt x="463414" y="463414"/>
                  </a:lnTo>
                  <a:lnTo>
                    <a:pt x="433171" y="489503"/>
                  </a:lnTo>
                  <a:lnTo>
                    <a:pt x="399428" y="510870"/>
                  </a:lnTo>
                  <a:lnTo>
                    <a:pt x="362915" y="527056"/>
                  </a:lnTo>
                  <a:lnTo>
                    <a:pt x="324421" y="537708"/>
                  </a:lnTo>
                  <a:lnTo>
                    <a:pt x="284782" y="542597"/>
                  </a:lnTo>
                  <a:lnTo>
                    <a:pt x="271462" y="542924"/>
                  </a:lnTo>
                  <a:close/>
                </a:path>
              </a:pathLst>
            </a:custGeom>
            <a:solidFill>
              <a:srgbClr val="D32E2E"/>
            </a:solidFill>
            <a:ln>
              <a:solidFill>
                <a:srgbClr val="00B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28713" y="6733754"/>
              <a:ext cx="217169" cy="206569"/>
            </a:xfrm>
            <a:prstGeom prst="rect">
              <a:avLst/>
            </a:prstGeom>
            <a:ln>
              <a:solidFill>
                <a:srgbClr val="00B0F0"/>
              </a:solidFill>
            </a:ln>
          </p:spPr>
        </p:pic>
        <p:sp>
          <p:nvSpPr>
            <p:cNvPr id="23" name="object 23"/>
            <p:cNvSpPr/>
            <p:nvPr/>
          </p:nvSpPr>
          <p:spPr>
            <a:xfrm>
              <a:off x="11720383" y="6513209"/>
              <a:ext cx="647700" cy="647700"/>
            </a:xfrm>
            <a:custGeom>
              <a:avLst/>
              <a:gdLst/>
              <a:ahLst/>
              <a:cxnLst/>
              <a:rect l="l" t="t" r="r" b="b"/>
              <a:pathLst>
                <a:path w="647700" h="647700">
                  <a:moveTo>
                    <a:pt x="323850" y="647700"/>
                  </a:moveTo>
                  <a:lnTo>
                    <a:pt x="275992" y="644188"/>
                  </a:lnTo>
                  <a:lnTo>
                    <a:pt x="230316" y="633989"/>
                  </a:lnTo>
                  <a:lnTo>
                    <a:pt x="187320" y="617601"/>
                  </a:lnTo>
                  <a:lnTo>
                    <a:pt x="147508" y="595527"/>
                  </a:lnTo>
                  <a:lnTo>
                    <a:pt x="111378" y="568266"/>
                  </a:lnTo>
                  <a:lnTo>
                    <a:pt x="79433" y="536321"/>
                  </a:lnTo>
                  <a:lnTo>
                    <a:pt x="52172" y="500192"/>
                  </a:lnTo>
                  <a:lnTo>
                    <a:pt x="30098" y="460379"/>
                  </a:lnTo>
                  <a:lnTo>
                    <a:pt x="13711" y="417384"/>
                  </a:lnTo>
                  <a:lnTo>
                    <a:pt x="3511" y="371707"/>
                  </a:lnTo>
                  <a:lnTo>
                    <a:pt x="0" y="323850"/>
                  </a:lnTo>
                  <a:lnTo>
                    <a:pt x="3511" y="275992"/>
                  </a:lnTo>
                  <a:lnTo>
                    <a:pt x="13711" y="230316"/>
                  </a:lnTo>
                  <a:lnTo>
                    <a:pt x="30098" y="187320"/>
                  </a:lnTo>
                  <a:lnTo>
                    <a:pt x="52172" y="147508"/>
                  </a:lnTo>
                  <a:lnTo>
                    <a:pt x="79433" y="111378"/>
                  </a:lnTo>
                  <a:lnTo>
                    <a:pt x="111378" y="79433"/>
                  </a:lnTo>
                  <a:lnTo>
                    <a:pt x="147508" y="52172"/>
                  </a:lnTo>
                  <a:lnTo>
                    <a:pt x="187320" y="30098"/>
                  </a:lnTo>
                  <a:lnTo>
                    <a:pt x="230316" y="13711"/>
                  </a:lnTo>
                  <a:lnTo>
                    <a:pt x="275992" y="3511"/>
                  </a:lnTo>
                  <a:lnTo>
                    <a:pt x="323850" y="0"/>
                  </a:lnTo>
                  <a:lnTo>
                    <a:pt x="371707" y="3511"/>
                  </a:lnTo>
                  <a:lnTo>
                    <a:pt x="417384" y="13711"/>
                  </a:lnTo>
                  <a:lnTo>
                    <a:pt x="460379" y="30098"/>
                  </a:lnTo>
                  <a:lnTo>
                    <a:pt x="500192" y="52172"/>
                  </a:lnTo>
                  <a:lnTo>
                    <a:pt x="536321" y="79433"/>
                  </a:lnTo>
                  <a:lnTo>
                    <a:pt x="568266" y="111378"/>
                  </a:lnTo>
                  <a:lnTo>
                    <a:pt x="595527" y="147508"/>
                  </a:lnTo>
                  <a:lnTo>
                    <a:pt x="617601" y="187320"/>
                  </a:lnTo>
                  <a:lnTo>
                    <a:pt x="633989" y="230316"/>
                  </a:lnTo>
                  <a:lnTo>
                    <a:pt x="644188" y="275992"/>
                  </a:lnTo>
                  <a:lnTo>
                    <a:pt x="647700" y="323850"/>
                  </a:lnTo>
                  <a:lnTo>
                    <a:pt x="644188" y="371707"/>
                  </a:lnTo>
                  <a:lnTo>
                    <a:pt x="633989" y="417384"/>
                  </a:lnTo>
                  <a:lnTo>
                    <a:pt x="617601" y="460379"/>
                  </a:lnTo>
                  <a:lnTo>
                    <a:pt x="595527" y="500192"/>
                  </a:lnTo>
                  <a:lnTo>
                    <a:pt x="568266" y="536321"/>
                  </a:lnTo>
                  <a:lnTo>
                    <a:pt x="536321" y="568266"/>
                  </a:lnTo>
                  <a:lnTo>
                    <a:pt x="500192" y="595527"/>
                  </a:lnTo>
                  <a:lnTo>
                    <a:pt x="460379" y="617601"/>
                  </a:lnTo>
                  <a:lnTo>
                    <a:pt x="417384" y="633989"/>
                  </a:lnTo>
                  <a:lnTo>
                    <a:pt x="371707" y="644188"/>
                  </a:lnTo>
                  <a:lnTo>
                    <a:pt x="323850" y="647700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rgbClr val="00B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1882308" y="6675134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161925" y="323850"/>
                  </a:moveTo>
                  <a:lnTo>
                    <a:pt x="118889" y="318063"/>
                  </a:lnTo>
                  <a:lnTo>
                    <a:pt x="80212" y="301735"/>
                  </a:lnTo>
                  <a:lnTo>
                    <a:pt x="47438" y="276410"/>
                  </a:lnTo>
                  <a:lnTo>
                    <a:pt x="22114" y="243636"/>
                  </a:lnTo>
                  <a:lnTo>
                    <a:pt x="5786" y="204959"/>
                  </a:lnTo>
                  <a:lnTo>
                    <a:pt x="0" y="161925"/>
                  </a:lnTo>
                  <a:lnTo>
                    <a:pt x="5786" y="118889"/>
                  </a:lnTo>
                  <a:lnTo>
                    <a:pt x="22114" y="80212"/>
                  </a:lnTo>
                  <a:lnTo>
                    <a:pt x="47438" y="47438"/>
                  </a:lnTo>
                  <a:lnTo>
                    <a:pt x="80212" y="22114"/>
                  </a:lnTo>
                  <a:lnTo>
                    <a:pt x="118889" y="5786"/>
                  </a:lnTo>
                  <a:lnTo>
                    <a:pt x="161925" y="0"/>
                  </a:lnTo>
                  <a:lnTo>
                    <a:pt x="204959" y="5786"/>
                  </a:lnTo>
                  <a:lnTo>
                    <a:pt x="243636" y="22114"/>
                  </a:lnTo>
                  <a:lnTo>
                    <a:pt x="276410" y="47438"/>
                  </a:lnTo>
                  <a:lnTo>
                    <a:pt x="301735" y="80212"/>
                  </a:lnTo>
                  <a:lnTo>
                    <a:pt x="318063" y="118889"/>
                  </a:lnTo>
                  <a:lnTo>
                    <a:pt x="323850" y="161925"/>
                  </a:lnTo>
                  <a:lnTo>
                    <a:pt x="318063" y="204959"/>
                  </a:lnTo>
                  <a:lnTo>
                    <a:pt x="301735" y="243636"/>
                  </a:lnTo>
                  <a:lnTo>
                    <a:pt x="276410" y="276410"/>
                  </a:lnTo>
                  <a:lnTo>
                    <a:pt x="243636" y="301735"/>
                  </a:lnTo>
                  <a:lnTo>
                    <a:pt x="204959" y="318063"/>
                  </a:lnTo>
                  <a:lnTo>
                    <a:pt x="161925" y="323850"/>
                  </a:lnTo>
                  <a:close/>
                </a:path>
              </a:pathLst>
            </a:custGeom>
            <a:solidFill>
              <a:srgbClr val="E84A34"/>
            </a:solidFill>
            <a:ln>
              <a:solidFill>
                <a:srgbClr val="00B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470684" y="6455998"/>
            <a:ext cx="3578315" cy="9036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800" spc="-315" dirty="0" err="1">
                <a:solidFill>
                  <a:srgbClr val="FFFFFF"/>
                </a:solidFill>
                <a:latin typeface="IPAPGothic"/>
                <a:cs typeface="IPAPGothic"/>
              </a:rPr>
              <a:t>株式</a:t>
            </a:r>
            <a:r>
              <a:rPr sz="2800" spc="455" dirty="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sz="2500" b="1" spc="235" dirty="0" smtClean="0">
                <a:solidFill>
                  <a:srgbClr val="FFFFFF"/>
                </a:solidFill>
                <a:latin typeface="Liberation Sans Narrow"/>
                <a:cs typeface="Liberation Sans Narrow"/>
              </a:rPr>
              <a:t>VIETIS</a:t>
            </a:r>
            <a:endParaRPr sz="2500" dirty="0">
              <a:latin typeface="Liberation Sans Narrow"/>
              <a:cs typeface="Liberation Sans Narrow"/>
            </a:endParaRPr>
          </a:p>
          <a:p>
            <a:pPr marL="912494">
              <a:lnSpc>
                <a:spcPct val="100000"/>
              </a:lnSpc>
              <a:spcBef>
                <a:spcPts val="165"/>
              </a:spcBef>
            </a:pPr>
            <a:r>
              <a:rPr sz="2500" b="1" spc="245" dirty="0">
                <a:solidFill>
                  <a:srgbClr val="FFFFFF"/>
                </a:solidFill>
                <a:latin typeface="Liberation Sans Narrow"/>
                <a:cs typeface="Liberation Sans Narrow"/>
              </a:rPr>
              <a:t>VIETIS</a:t>
            </a:r>
            <a:r>
              <a:rPr sz="2500" b="1" spc="155" dirty="0">
                <a:solidFill>
                  <a:srgbClr val="FFFFFF"/>
                </a:solidFill>
                <a:latin typeface="Liberation Sans Narrow"/>
                <a:cs typeface="Liberation Sans Narrow"/>
              </a:rPr>
              <a:t> </a:t>
            </a:r>
            <a:r>
              <a:rPr sz="2500" b="1" spc="270" dirty="0">
                <a:solidFill>
                  <a:srgbClr val="FFFFFF"/>
                </a:solidFill>
                <a:latin typeface="Liberation Sans Narrow"/>
                <a:cs typeface="Liberation Sans Narrow"/>
              </a:rPr>
              <a:t>Edu</a:t>
            </a:r>
            <a:r>
              <a:rPr sz="2800" spc="-340" dirty="0">
                <a:solidFill>
                  <a:srgbClr val="FFFFFF"/>
                </a:solidFill>
                <a:latin typeface="IPAPGothic"/>
                <a:cs typeface="IPAPGothic"/>
              </a:rPr>
              <a:t>事業</a:t>
            </a:r>
            <a:endParaRPr sz="2800" dirty="0">
              <a:latin typeface="IPAPGothic"/>
              <a:cs typeface="IPAP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244514" y="7472806"/>
            <a:ext cx="3596004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5F,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3A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Building,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Lane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82,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Duy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Tan, 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Cau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Giay,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Hanoi,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Vietnam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244514" y="8934856"/>
            <a:ext cx="2301875" cy="69405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ThoaNTN</a:t>
            </a:r>
            <a:endParaRPr sz="1800" dirty="0">
              <a:latin typeface="Verdana"/>
              <a:cs typeface="Verdana"/>
            </a:endParaRPr>
          </a:p>
          <a:p>
            <a:pPr marL="521334">
              <a:lnSpc>
                <a:spcPct val="100000"/>
              </a:lnSpc>
              <a:spcBef>
                <a:spcPts val="470"/>
              </a:spcBef>
            </a:pPr>
            <a:r>
              <a:rPr sz="1800" spc="-135" dirty="0">
                <a:solidFill>
                  <a:srgbClr val="FFFFFF"/>
                </a:solidFill>
                <a:latin typeface="Verdana"/>
                <a:cs typeface="Verdana"/>
              </a:rPr>
              <a:t>09</a:t>
            </a:r>
            <a:r>
              <a:rPr lang="en-US" sz="1800" spc="-135" dirty="0">
                <a:solidFill>
                  <a:srgbClr val="FFFFFF"/>
                </a:solidFill>
                <a:latin typeface="Verdana"/>
                <a:cs typeface="Verdana"/>
              </a:rPr>
              <a:t>63-985-062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244514" y="8355492"/>
            <a:ext cx="26162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  <a:hlinkClick r:id="rId12"/>
              </a:rPr>
              <a:t>vietis_edu@vietis.com.vn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552405" y="6498985"/>
            <a:ext cx="5353685" cy="16338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800" spc="-315" dirty="0">
                <a:solidFill>
                  <a:srgbClr val="FFFFFF"/>
                </a:solidFill>
                <a:latin typeface="IPAPGothic"/>
                <a:cs typeface="IPAPGothic"/>
              </a:rPr>
              <a:t>株式</a:t>
            </a:r>
            <a:r>
              <a:rPr sz="2800" spc="465" dirty="0">
                <a:solidFill>
                  <a:srgbClr val="FFFFFF"/>
                </a:solidFill>
                <a:latin typeface="Arial"/>
                <a:cs typeface="Arial"/>
              </a:rPr>
              <a:t>    </a:t>
            </a:r>
            <a:r>
              <a:rPr sz="2500" b="1" spc="245" dirty="0">
                <a:solidFill>
                  <a:srgbClr val="FFFFFF"/>
                </a:solidFill>
                <a:latin typeface="Liberation Sans Narrow"/>
                <a:cs typeface="Liberation Sans Narrow"/>
              </a:rPr>
              <a:t>VIETIS</a:t>
            </a:r>
            <a:r>
              <a:rPr sz="2800" spc="175" dirty="0">
                <a:solidFill>
                  <a:srgbClr val="FFFFFF"/>
                </a:solidFill>
                <a:latin typeface="IPAPGothic"/>
                <a:cs typeface="IPAPGothic"/>
              </a:rPr>
              <a:t>ソリューション</a:t>
            </a:r>
            <a:endParaRPr sz="2800">
              <a:latin typeface="IPAPGothic"/>
              <a:cs typeface="IPAPGothic"/>
            </a:endParaRPr>
          </a:p>
          <a:p>
            <a:pPr marL="912494">
              <a:lnSpc>
                <a:spcPct val="100000"/>
              </a:lnSpc>
              <a:spcBef>
                <a:spcPts val="165"/>
              </a:spcBef>
            </a:pPr>
            <a:r>
              <a:rPr sz="2500" b="1" spc="245" dirty="0">
                <a:solidFill>
                  <a:srgbClr val="FFFFFF"/>
                </a:solidFill>
                <a:latin typeface="Liberation Sans Narrow"/>
                <a:cs typeface="Liberation Sans Narrow"/>
              </a:rPr>
              <a:t>VIETIS</a:t>
            </a:r>
            <a:r>
              <a:rPr sz="2500" b="1" spc="155" dirty="0">
                <a:solidFill>
                  <a:srgbClr val="FFFFFF"/>
                </a:solidFill>
                <a:latin typeface="Liberation Sans Narrow"/>
                <a:cs typeface="Liberation Sans Narrow"/>
              </a:rPr>
              <a:t> </a:t>
            </a:r>
            <a:r>
              <a:rPr sz="2500" b="1" spc="270" dirty="0">
                <a:solidFill>
                  <a:srgbClr val="FFFFFF"/>
                </a:solidFill>
                <a:latin typeface="Liberation Sans Narrow"/>
                <a:cs typeface="Liberation Sans Narrow"/>
              </a:rPr>
              <a:t>Edu</a:t>
            </a:r>
            <a:r>
              <a:rPr sz="2800" spc="-340" dirty="0">
                <a:solidFill>
                  <a:srgbClr val="FFFFFF"/>
                </a:solidFill>
                <a:latin typeface="IPAPGothic"/>
                <a:cs typeface="IPAPGothic"/>
              </a:rPr>
              <a:t>事業</a:t>
            </a:r>
            <a:endParaRPr sz="2800">
              <a:latin typeface="IPAPGothic"/>
              <a:cs typeface="IPAPGothic"/>
            </a:endParaRPr>
          </a:p>
          <a:p>
            <a:pPr marL="669290">
              <a:lnSpc>
                <a:spcPct val="100000"/>
              </a:lnSpc>
              <a:spcBef>
                <a:spcPts val="875"/>
              </a:spcBef>
            </a:pPr>
            <a:r>
              <a:rPr sz="2000" spc="-225" dirty="0">
                <a:solidFill>
                  <a:srgbClr val="FFFFFF"/>
                </a:solidFill>
                <a:latin typeface="IPAPGothic"/>
                <a:cs typeface="IPAPGothic"/>
              </a:rPr>
              <a:t>〒</a:t>
            </a:r>
            <a:r>
              <a:rPr sz="1800" spc="-175" dirty="0">
                <a:solidFill>
                  <a:srgbClr val="FFFFFF"/>
                </a:solidFill>
                <a:latin typeface="Verdana"/>
                <a:cs typeface="Verdana"/>
              </a:rPr>
              <a:t>103-</a:t>
            </a:r>
            <a:r>
              <a:rPr sz="1800" spc="-155" dirty="0">
                <a:solidFill>
                  <a:srgbClr val="FFFFFF"/>
                </a:solidFill>
                <a:latin typeface="Verdana"/>
                <a:cs typeface="Verdana"/>
              </a:rPr>
              <a:t>0013</a:t>
            </a:r>
            <a:r>
              <a:rPr sz="18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IPAPGothic"/>
                <a:cs typeface="IPAPGothic"/>
              </a:rPr>
              <a:t>東  都中</a:t>
            </a:r>
            <a:r>
              <a:rPr sz="2000" dirty="0">
                <a:solidFill>
                  <a:srgbClr val="FFFFFF"/>
                </a:solidFill>
                <a:latin typeface="IPAexGothic"/>
                <a:cs typeface="IPAexGothic"/>
              </a:rPr>
              <a:t>央</a:t>
            </a:r>
            <a:r>
              <a:rPr sz="2000" spc="250" dirty="0">
                <a:solidFill>
                  <a:srgbClr val="FFFFFF"/>
                </a:solidFill>
                <a:latin typeface="IPAPGothic"/>
                <a:cs typeface="IPAPGothic"/>
              </a:rPr>
              <a:t>  </a:t>
            </a:r>
            <a:r>
              <a:rPr sz="2000" dirty="0">
                <a:solidFill>
                  <a:srgbClr val="FFFFFF"/>
                </a:solidFill>
                <a:latin typeface="IPAexGothic"/>
                <a:cs typeface="IPAexGothic"/>
              </a:rPr>
              <a:t>⽇</a:t>
            </a:r>
            <a:r>
              <a:rPr sz="2000" spc="160" dirty="0">
                <a:solidFill>
                  <a:srgbClr val="FFFFFF"/>
                </a:solidFill>
                <a:latin typeface="IPAPGothic"/>
                <a:cs typeface="IPAPGothic"/>
              </a:rPr>
              <a:t>  橋  形</a:t>
            </a:r>
            <a:r>
              <a:rPr sz="2000" spc="250" dirty="0">
                <a:solidFill>
                  <a:srgbClr val="FFFFFF"/>
                </a:solidFill>
                <a:latin typeface="IPAexGothic"/>
                <a:cs typeface="IPAexGothic"/>
              </a:rPr>
              <a:t>  </a:t>
            </a:r>
            <a:r>
              <a:rPr sz="1800" spc="-195" dirty="0">
                <a:solidFill>
                  <a:srgbClr val="FFFFFF"/>
                </a:solidFill>
                <a:latin typeface="Verdana"/>
                <a:cs typeface="Verdana"/>
              </a:rPr>
              <a:t>3-3-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10</a:t>
            </a:r>
            <a:endParaRPr sz="1800">
              <a:latin typeface="Verdana"/>
              <a:cs typeface="Verdana"/>
            </a:endParaRPr>
          </a:p>
          <a:p>
            <a:pPr marL="669290">
              <a:lnSpc>
                <a:spcPct val="100000"/>
              </a:lnSpc>
              <a:spcBef>
                <a:spcPts val="75"/>
              </a:spcBef>
            </a:pPr>
            <a:r>
              <a:rPr sz="2000" dirty="0">
                <a:solidFill>
                  <a:srgbClr val="FFFFFF"/>
                </a:solidFill>
                <a:latin typeface="IPAexGothic"/>
                <a:cs typeface="IPAexGothic"/>
              </a:rPr>
              <a:t>⽇</a:t>
            </a:r>
            <a:r>
              <a:rPr sz="2000" spc="65" dirty="0">
                <a:solidFill>
                  <a:srgbClr val="FFFFFF"/>
                </a:solidFill>
                <a:latin typeface="IPAPGothic"/>
                <a:cs typeface="IPAPGothic"/>
              </a:rPr>
              <a:t>  橋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TEC</a:t>
            </a:r>
            <a:r>
              <a:rPr sz="2000" spc="-105" dirty="0">
                <a:solidFill>
                  <a:srgbClr val="FFFFFF"/>
                </a:solidFill>
                <a:latin typeface="IPAPGothic"/>
                <a:cs typeface="IPAPGothic"/>
              </a:rPr>
              <a:t>ビル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7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2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209218" y="8904067"/>
            <a:ext cx="2099310" cy="663002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2000" spc="-225" dirty="0">
                <a:solidFill>
                  <a:srgbClr val="FFFFFF"/>
                </a:solidFill>
                <a:latin typeface="IPAPGothic"/>
                <a:cs typeface="IPAPGothic"/>
              </a:rPr>
              <a:t>吉</a:t>
            </a:r>
            <a:r>
              <a:rPr sz="2000" spc="-50" dirty="0">
                <a:solidFill>
                  <a:srgbClr val="FFFFFF"/>
                </a:solidFill>
                <a:latin typeface="IPAexGothic"/>
                <a:cs typeface="IPAexGothic"/>
              </a:rPr>
              <a:t>⽥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2000" dirty="0">
              <a:latin typeface="Arial"/>
              <a:cs typeface="Arial"/>
            </a:endParaRPr>
          </a:p>
          <a:p>
            <a:pPr algn="l" rtl="0">
              <a:buClr>
                <a:srgbClr val="000000"/>
              </a:buClr>
              <a:buSzPts val="2400"/>
            </a:pPr>
            <a:r>
              <a:rPr lang="en-US" sz="1800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</a:t>
            </a:r>
            <a:r>
              <a:rPr lang="en-VN" sz="1800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03-5759-4881</a:t>
            </a:r>
            <a:endParaRPr lang="en-VN"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483;p29"/>
          <p:cNvSpPr/>
          <p:nvPr/>
        </p:nvSpPr>
        <p:spPr>
          <a:xfrm>
            <a:off x="13108140" y="8287294"/>
            <a:ext cx="3181357" cy="410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l" rtl="0">
              <a:buClr>
                <a:srgbClr val="000000"/>
              </a:buClr>
              <a:buSzPts val="1400"/>
            </a:pPr>
            <a:r>
              <a:rPr lang="en-US" dirty="0">
                <a:solidFill>
                  <a:schemeClr val="lt1"/>
                </a:solidFill>
                <a:latin typeface="AoyagiKouzanFontT"/>
                <a:ea typeface="Arial"/>
                <a:cs typeface="Arial"/>
                <a:sym typeface="Arial"/>
              </a:rPr>
              <a:t>vietis.sale@vietis.com.vn</a:t>
            </a:r>
            <a:endParaRPr dirty="0">
              <a:solidFill>
                <a:srgbClr val="000000"/>
              </a:solidFill>
              <a:latin typeface="AoyagiKouzanFontT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C9D9D"/>
        </a:solidFill>
      </a:spPr>
      <a:bodyPr wrap="square" lIns="0" tIns="0" rIns="0" bIns="0" rtlCol="0"/>
      <a:lstStyle>
        <a:defPPr>
          <a:defRPr/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12132</TotalTime>
  <Words>68</Words>
  <Application>Microsoft Office PowerPoint</Application>
  <PresentationFormat>Custom</PresentationFormat>
  <Paragraphs>20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AoyagiKouzanFontT</vt:lpstr>
      <vt:lpstr>IPAexGothic</vt:lpstr>
      <vt:lpstr>IPAPGothic</vt:lpstr>
      <vt:lpstr>Liberation Sans Narrow</vt:lpstr>
      <vt:lpstr>Arial</vt:lpstr>
      <vt:lpstr>Calibri</vt:lpstr>
      <vt:lpstr>Trebuchet MS</vt:lpstr>
      <vt:lpstr>Verdana</vt:lpstr>
      <vt:lpstr>Office Theme</vt:lpstr>
      <vt:lpstr>VIETIS Education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VIETIS Education</dc:title>
  <dc:creator>Trung Pham Duc</dc:creator>
  <cp:keywords>DAF2MDIaT-Y,BAFnSV8tiRY</cp:keywords>
  <cp:lastModifiedBy>admin</cp:lastModifiedBy>
  <cp:revision>333</cp:revision>
  <dcterms:created xsi:type="dcterms:W3CDTF">2024-02-15T09:15:35Z</dcterms:created>
  <dcterms:modified xsi:type="dcterms:W3CDTF">2026-04-15T09:55:25Z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2023-12-09T00:00:00Z</vt:filetime>
  </property>
  <property fmtid="{D5CDD505-2E9C-101B-9397-08002B2CF9AE}" pid="3" name="Creator">
    <vt:lpwstr>Canva</vt:lpwstr>
  </property>
  <property fmtid="{D5CDD505-2E9C-101B-9397-08002B2CF9AE}" pid="4" name="LastSaved">
    <vt:filetime>2024-02-15T00:00:00Z</vt:filetime>
  </property>
  <property fmtid="{D5CDD505-2E9C-101B-9397-08002B2CF9AE}" pid="5" name="Producer">
    <vt:lpwstr>3-Heights(TM) PDF Security Shell 4.8.25.2 (http://www.pdf-tools.com)</vt:lpwstr>
  </property>
</Properties>
</file>