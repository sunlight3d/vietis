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Lst>
  <p:sldSz cy="10287000" cx="18288000"/>
  <p:notesSz cx="18288000" cy="10287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8" roundtripDataSignature="AMtx7miqz3RzRI+Y5rmI21wtm5ILIdDD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7924800" cy="51593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10358438" y="0"/>
            <a:ext cx="7924800" cy="5159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6057900" y="1285875"/>
            <a:ext cx="6172200" cy="3471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828800" y="4951413"/>
            <a:ext cx="14630400" cy="404971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71063"/>
            <a:ext cx="7924800" cy="5159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10358438" y="9771063"/>
            <a:ext cx="7924800" cy="5159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057900" y="1285875"/>
            <a:ext cx="6172200" cy="3471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1828800" y="4951413"/>
            <a:ext cx="14630400" cy="40497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3:notes"/>
          <p:cNvSpPr txBox="1"/>
          <p:nvPr>
            <p:ph idx="3" type="hdr"/>
          </p:nvPr>
        </p:nvSpPr>
        <p:spPr>
          <a:xfrm>
            <a:off x="0" y="0"/>
            <a:ext cx="7924800" cy="515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txBox="1"/>
          <p:nvPr>
            <p:ph idx="11" type="ftr"/>
          </p:nvPr>
        </p:nvSpPr>
        <p:spPr>
          <a:xfrm>
            <a:off x="0" y="9771063"/>
            <a:ext cx="7924800" cy="51593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3:notes"/>
          <p:cNvSpPr txBox="1"/>
          <p:nvPr>
            <p:ph idx="12" type="sldNum"/>
          </p:nvPr>
        </p:nvSpPr>
        <p:spPr>
          <a:xfrm>
            <a:off x="10358438" y="9771063"/>
            <a:ext cx="7924800" cy="5159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txBox="1"/>
          <p:nvPr>
            <p:ph idx="1" type="body"/>
          </p:nvPr>
        </p:nvSpPr>
        <p:spPr>
          <a:xfrm>
            <a:off x="1828800" y="4951413"/>
            <a:ext cx="14630400" cy="40497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4:notes"/>
          <p:cNvSpPr/>
          <p:nvPr>
            <p:ph idx="2" type="sldImg"/>
          </p:nvPr>
        </p:nvSpPr>
        <p:spPr>
          <a:xfrm>
            <a:off x="6057900" y="1285875"/>
            <a:ext cx="6172200" cy="34718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5" name="Shape 15"/>
        <p:cNvGrpSpPr/>
        <p:nvPr/>
      </p:nvGrpSpPr>
      <p:grpSpPr>
        <a:xfrm>
          <a:off x="0" y="0"/>
          <a:ext cx="0" cy="0"/>
          <a:chOff x="0" y="0"/>
          <a:chExt cx="0" cy="0"/>
        </a:xfrm>
      </p:grpSpPr>
      <p:sp>
        <p:nvSpPr>
          <p:cNvPr id="16" name="Google Shape;16;p6"/>
          <p:cNvSpPr txBox="1"/>
          <p:nvPr>
            <p:ph type="title"/>
          </p:nvPr>
        </p:nvSpPr>
        <p:spPr>
          <a:xfrm>
            <a:off x="468173" y="-8787"/>
            <a:ext cx="6153784" cy="94932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5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p:nvPr>
            <p:ph idx="11" type="ftr"/>
          </p:nvPr>
        </p:nvSpPr>
        <p:spPr>
          <a:xfrm>
            <a:off x="14598101" y="9788166"/>
            <a:ext cx="3306444" cy="25654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500">
                <a:solidFill>
                  <a:srgbClr val="A39A9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6"/>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20" name="Shape 20"/>
        <p:cNvGrpSpPr/>
        <p:nvPr/>
      </p:nvGrpSpPr>
      <p:grpSpPr>
        <a:xfrm>
          <a:off x="0" y="0"/>
          <a:ext cx="0" cy="0"/>
          <a:chOff x="0" y="0"/>
          <a:chExt cx="0" cy="0"/>
        </a:xfrm>
      </p:grpSpPr>
      <p:sp>
        <p:nvSpPr>
          <p:cNvPr id="21" name="Google Shape;21;p7"/>
          <p:cNvSpPr txBox="1"/>
          <p:nvPr>
            <p:ph idx="1" type="body"/>
          </p:nvPr>
        </p:nvSpPr>
        <p:spPr>
          <a:xfrm>
            <a:off x="9023857" y="4090834"/>
            <a:ext cx="7979409" cy="348487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4400">
                <a:solidFill>
                  <a:srgbClr val="292E3A"/>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pic>
        <p:nvPicPr>
          <p:cNvPr id="22" name="Google Shape;22;p7"/>
          <p:cNvPicPr preferRelativeResize="0"/>
          <p:nvPr/>
        </p:nvPicPr>
        <p:blipFill rotWithShape="1">
          <a:blip r:embed="rId2">
            <a:alphaModFix/>
          </a:blip>
          <a:srcRect b="0" l="0" r="0" t="0"/>
          <a:stretch/>
        </p:blipFill>
        <p:spPr>
          <a:xfrm>
            <a:off x="16328570" y="342900"/>
            <a:ext cx="1502230" cy="457200"/>
          </a:xfrm>
          <a:prstGeom prst="rect">
            <a:avLst/>
          </a:prstGeom>
          <a:noFill/>
          <a:ln>
            <a:noFill/>
          </a:ln>
        </p:spPr>
      </p:pic>
      <p:sp>
        <p:nvSpPr>
          <p:cNvPr id="23" name="Google Shape;23;p7"/>
          <p:cNvSpPr/>
          <p:nvPr/>
        </p:nvSpPr>
        <p:spPr>
          <a:xfrm>
            <a:off x="-13800" y="0"/>
            <a:ext cx="11556000" cy="108000"/>
          </a:xfrm>
          <a:prstGeom prst="roundRect">
            <a:avLst>
              <a:gd fmla="val 16667" name="adj"/>
            </a:avLst>
          </a:prstGeom>
          <a:solidFill>
            <a:srgbClr val="0C9C9C"/>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800"/>
          </a:p>
        </p:txBody>
      </p:sp>
      <p:sp>
        <p:nvSpPr>
          <p:cNvPr id="24" name="Google Shape;24;p7"/>
          <p:cNvSpPr/>
          <p:nvPr/>
        </p:nvSpPr>
        <p:spPr>
          <a:xfrm>
            <a:off x="11520000" y="0"/>
            <a:ext cx="6768000" cy="108000"/>
          </a:xfrm>
          <a:prstGeom prst="roundRect">
            <a:avLst>
              <a:gd fmla="val 16667" name="adj"/>
            </a:avLst>
          </a:prstGeom>
          <a:solidFill>
            <a:srgbClr val="F2643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 name="Shape 25"/>
        <p:cNvGrpSpPr/>
        <p:nvPr/>
      </p:nvGrpSpPr>
      <p:grpSpPr>
        <a:xfrm>
          <a:off x="0" y="0"/>
          <a:ext cx="0" cy="0"/>
          <a:chOff x="0" y="0"/>
          <a:chExt cx="0" cy="0"/>
        </a:xfrm>
      </p:grpSpPr>
      <p:sp>
        <p:nvSpPr>
          <p:cNvPr id="26" name="Google Shape;26;p8"/>
          <p:cNvSpPr txBox="1"/>
          <p:nvPr>
            <p:ph idx="11" type="ftr"/>
          </p:nvPr>
        </p:nvSpPr>
        <p:spPr>
          <a:xfrm>
            <a:off x="14598101" y="9788166"/>
            <a:ext cx="3306444" cy="25654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500">
                <a:solidFill>
                  <a:srgbClr val="A39A9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8"/>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8"/>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 name="Shape 29"/>
        <p:cNvGrpSpPr/>
        <p:nvPr/>
      </p:nvGrpSpPr>
      <p:grpSpPr>
        <a:xfrm>
          <a:off x="0" y="0"/>
          <a:ext cx="0" cy="0"/>
          <a:chOff x="0" y="0"/>
          <a:chExt cx="0" cy="0"/>
        </a:xfrm>
      </p:grpSpPr>
      <p:sp>
        <p:nvSpPr>
          <p:cNvPr id="30" name="Google Shape;30;p9"/>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5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9"/>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rgbClr val="292E3A"/>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1" type="ftr"/>
          </p:nvPr>
        </p:nvSpPr>
        <p:spPr>
          <a:xfrm>
            <a:off x="14598101" y="9788166"/>
            <a:ext cx="3306444" cy="25654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500">
                <a:solidFill>
                  <a:srgbClr val="A39A9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35" name="Shape 35"/>
        <p:cNvGrpSpPr/>
        <p:nvPr/>
      </p:nvGrpSpPr>
      <p:grpSpPr>
        <a:xfrm>
          <a:off x="0" y="0"/>
          <a:ext cx="0" cy="0"/>
          <a:chOff x="0" y="0"/>
          <a:chExt cx="0" cy="0"/>
        </a:xfrm>
      </p:grpSpPr>
      <p:sp>
        <p:nvSpPr>
          <p:cNvPr id="36" name="Google Shape;36;p10"/>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10"/>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10"/>
          <p:cNvSpPr txBox="1"/>
          <p:nvPr>
            <p:ph idx="11" type="ftr"/>
          </p:nvPr>
        </p:nvSpPr>
        <p:spPr>
          <a:xfrm>
            <a:off x="14598101" y="9788166"/>
            <a:ext cx="3306444" cy="25654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500">
                <a:solidFill>
                  <a:srgbClr val="A39A9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468173" y="-8787"/>
            <a:ext cx="6153784" cy="94932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605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 type="body"/>
          </p:nvPr>
        </p:nvSpPr>
        <p:spPr>
          <a:xfrm>
            <a:off x="9023857" y="4090834"/>
            <a:ext cx="7979409" cy="348487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4400" u="none" cap="none" strike="noStrike">
                <a:solidFill>
                  <a:srgbClr val="292E3A"/>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5"/>
          <p:cNvSpPr txBox="1"/>
          <p:nvPr>
            <p:ph idx="11" type="ftr"/>
          </p:nvPr>
        </p:nvSpPr>
        <p:spPr>
          <a:xfrm>
            <a:off x="14598101" y="9788166"/>
            <a:ext cx="3306444" cy="25654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500">
                <a:solidFill>
                  <a:srgbClr val="A39A9A"/>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5"/>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5"/>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5.png"/><Relationship Id="rId13" Type="http://schemas.openxmlformats.org/officeDocument/2006/relationships/hyperlink" Target="mailto:vietis_edu@vietis.com.vn" TargetMode="External"/><Relationship Id="rId12"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7.jp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8.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3"/>
          <p:cNvSpPr txBox="1"/>
          <p:nvPr/>
        </p:nvSpPr>
        <p:spPr>
          <a:xfrm>
            <a:off x="287050" y="1030600"/>
            <a:ext cx="17044800" cy="95001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Đóng vai trò là một CTO và Technical Product Manager (TPM) am hiểu sâu sắc quy trình nghiệp vụ y khoa trong lĩnh vực Nha khoa và Thẩm mỹ.</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Nhiệm vụ của bạn là tạo ra các prompt chuyên sâu để tôi sử dụng gen code cho dự án: "SaaS Quản lý Vận hành Chuỗi Phòng Khám Nha Khoa/Thẩm Mỹ".</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Bối Cảnh Business &amp; Kiến Trúc Lõi</a:t>
            </a:r>
            <a:endParaRPr b="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Mục tiêu:</a:t>
            </a:r>
            <a:r>
              <a:rPr lang="en-US" sz="1900">
                <a:solidFill>
                  <a:schemeClr val="dk1"/>
                </a:solidFill>
              </a:rPr>
              <a:t> Quản lý bệnh nhân, lịch hẹn, hồ sơ điều trị (EHR) và tài chính đa chi nhánh, chuẩn hóa theo nghiệp vụ của các chuỗi phòng khám lớn.</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Kiến trúc cốt lõi:</a:t>
            </a:r>
            <a:r>
              <a:rPr lang="en-US" sz="1900">
                <a:solidFill>
                  <a:schemeClr val="dk1"/>
                </a:solidFill>
              </a:rPr>
              <a:t> Multi-tenancy. Mỗi chuỗi phòng khám là 1 Tenant với dữ liệu được cách ly tuyệt đối.</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Phân Tầng Ứng Dụng</a:t>
            </a:r>
            <a:endParaRPr b="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Web App (Dành cho Manager/Admin):</a:t>
            </a:r>
            <a:r>
              <a:rPr lang="en-US" sz="1900">
                <a:solidFill>
                  <a:schemeClr val="dk1"/>
                </a:solidFill>
              </a:rPr>
              <a:t> Quản trị lịch hẹn tổng, CRM bệnh nhân, báo cáo tài chính đa chi nhánh, cấu hình gói dịch vụ.</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Mobile App (Dành cho Bác sĩ &amp; Lễ tân):</a:t>
            </a:r>
            <a:r>
              <a:rPr lang="en-US" sz="1900">
                <a:solidFill>
                  <a:schemeClr val="dk1"/>
                </a:solidFill>
              </a:rPr>
              <a:t> Bác sĩ dùng để ghi chép EHR, chụp ảnh trước/sau điều trị, kê đơn. Lễ tân dùng để check-in và quản lý lịch chờ.</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Chatbot (Tích hợp Web):</a:t>
            </a:r>
            <a:r>
              <a:rPr lang="en-US" sz="1900">
                <a:solidFill>
                  <a:schemeClr val="dk1"/>
                </a:solidFill>
              </a:rPr>
              <a:t> Dạng cửa sổ chat nhỏ gọn nằm phía dưới cùng bên phải màn hình. Giúp người dùng trực tiếp tương tác, hỏi đáp thông tin doanh nghiệp, tra cứu lịch khám bác sĩ và tự động kiểm tra tình trạng trống của các khung giờ khám.</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Yêu Cầu Công Việc</a:t>
            </a:r>
            <a:endParaRPr b="1"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rPr>
              <a:t>Dựa trên bối cảnh trên, hãy đóng vai TPM viết các prompt chi tiết để giao việc cho Developer code từng phần của ứng dụng.</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rPr>
              <a:t>Quy tắc bắt buộc:</a:t>
            </a:r>
            <a:r>
              <a:rPr lang="en-US" sz="1900">
                <a:solidFill>
                  <a:schemeClr val="dk1"/>
                </a:solidFill>
              </a:rPr>
              <a:t> Mỗi lần chỉ gửi 1 đến 2 prompt đầu tiên. Tuyệt đối dừng lại và chờ tôi xác nhận thì mới được viết tiếp các prompt sau.</a:t>
            </a:r>
            <a:endParaRPr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Danh Sách Prompt Cần Viết (Theo thứ tự)</a:t>
            </a:r>
            <a:endParaRPr b="1" sz="1900">
              <a:solidFill>
                <a:schemeClr val="dk1"/>
              </a:solidFill>
            </a:endParaRPr>
          </a:p>
          <a:p>
            <a:pPr indent="-349250" lvl="0" marL="457200" rtl="0" algn="l">
              <a:lnSpc>
                <a:spcPct val="115000"/>
              </a:lnSpc>
              <a:spcBef>
                <a:spcPts val="1200"/>
              </a:spcBef>
              <a:spcAft>
                <a:spcPts val="0"/>
              </a:spcAft>
              <a:buClr>
                <a:schemeClr val="dk1"/>
              </a:buClr>
              <a:buSzPts val="1900"/>
              <a:buAutoNum type="arabicPeriod"/>
            </a:pPr>
            <a:r>
              <a:rPr b="1" lang="en-US" sz="1900">
                <a:solidFill>
                  <a:schemeClr val="dk1"/>
                </a:solidFill>
              </a:rPr>
              <a:t>Frontend Web (UI/UX Focus):</a:t>
            </a:r>
            <a:r>
              <a:rPr lang="en-US" sz="1900">
                <a:solidFill>
                  <a:schemeClr val="dk1"/>
                </a:solidFill>
              </a:rPr>
              <a:t> Công nghệ Next.js, Shadcn hoặc Tailwind CSS. Yêu cầu thiết kế giao diện chuẩn, có Dark/Light mode (chưa cần gọi API). Cần tối ưu SEO cho trang Landing/Booking công khai, thiết kế luồng CSR/SSR hợp lý cho Dashboard.</a:t>
            </a:r>
            <a:endParaRPr sz="1900">
              <a:solidFill>
                <a:schemeClr val="dk1"/>
              </a:solidFill>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rPr>
              <a:t>Backend (Core):</a:t>
            </a:r>
            <a:r>
              <a:rPr lang="en-US" sz="1900">
                <a:solidFill>
                  <a:schemeClr val="dk1"/>
                </a:solidFill>
              </a:rPr>
              <a:t> Công nghệ Java Spring Boot. Thiết kế chuẩn Clean Architecture. Xử lý Multi-tenancy an toàn (sử dụng Hibernate Filter hoặc AOP để inject </a:t>
            </a:r>
            <a:r>
              <a:rPr lang="en-US" sz="1900">
                <a:solidFill>
                  <a:srgbClr val="188038"/>
                </a:solidFill>
              </a:rPr>
              <a:t>tenant_id</a:t>
            </a:r>
            <a:r>
              <a:rPr lang="en-US" sz="1900">
                <a:solidFill>
                  <a:schemeClr val="dk1"/>
                </a:solidFill>
              </a:rPr>
              <a:t>).</a:t>
            </a:r>
            <a:endParaRPr sz="1900">
              <a:solidFill>
                <a:schemeClr val="dk1"/>
              </a:solidFill>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rPr>
              <a:t>Tích hợp API:</a:t>
            </a:r>
            <a:r>
              <a:rPr lang="en-US" sz="1900">
                <a:solidFill>
                  <a:schemeClr val="dk1"/>
                </a:solidFill>
              </a:rPr>
              <a:t> Thiết kế luồng kết nối API từ Frontend Web xuống Backend.</a:t>
            </a:r>
            <a:endParaRPr sz="1900">
              <a:solidFill>
                <a:schemeClr val="dk1"/>
              </a:solidFill>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rPr>
              <a:t>Mobile App:</a:t>
            </a:r>
            <a:r>
              <a:rPr lang="en-US" sz="1900">
                <a:solidFill>
                  <a:schemeClr val="dk1"/>
                </a:solidFill>
              </a:rPr>
              <a:t> Công nghệ Flutter (Đa nền tảng). Sử dụng kiến trúc MVVM/MVI. Đặc biệt chú trọng xử lý Offline-first cho phần hồ sơ bệnh án (đề phòng mất mạng).</a:t>
            </a:r>
            <a:endParaRPr sz="1900">
              <a:solidFill>
                <a:schemeClr val="dk1"/>
              </a:solidFill>
            </a:endParaRPr>
          </a:p>
          <a:p>
            <a:pPr indent="-349250" lvl="0" marL="457200" rtl="0" algn="l">
              <a:lnSpc>
                <a:spcPct val="115000"/>
              </a:lnSpc>
              <a:spcBef>
                <a:spcPts val="0"/>
              </a:spcBef>
              <a:spcAft>
                <a:spcPts val="0"/>
              </a:spcAft>
              <a:buClr>
                <a:schemeClr val="dk1"/>
              </a:buClr>
              <a:buSzPts val="1900"/>
              <a:buAutoNum type="arabicPeriod"/>
            </a:pPr>
            <a:r>
              <a:rPr b="1" lang="en-US" sz="1900">
                <a:solidFill>
                  <a:schemeClr val="dk1"/>
                </a:solidFill>
              </a:rPr>
              <a:t>DevOps:</a:t>
            </a:r>
            <a:r>
              <a:rPr lang="en-US" sz="1900">
                <a:solidFill>
                  <a:schemeClr val="dk1"/>
                </a:solidFill>
              </a:rPr>
              <a:t> Đóng gói hệ thống bằng Docker. Orchestrate bằng Kubernetes (K8s). Yêu cầu viết cấu hình Helm Chart, ConfigMap và Ingress Controller.</a:t>
            </a:r>
            <a:endParaRPr sz="1900">
              <a:solidFill>
                <a:schemeClr val="dk1"/>
              </a:solidFill>
            </a:endParaRPr>
          </a:p>
          <a:p>
            <a:pPr indent="0" lvl="0" marL="12700" rtl="0" algn="l">
              <a:lnSpc>
                <a:spcPct val="100000"/>
              </a:lnSpc>
              <a:spcBef>
                <a:spcPts val="1200"/>
              </a:spcBef>
              <a:spcAft>
                <a:spcPts val="0"/>
              </a:spcAft>
              <a:buNone/>
            </a:pPr>
            <a:r>
              <a:t/>
            </a:r>
            <a:endParaRPr sz="19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 name="Shape 52"/>
        <p:cNvGrpSpPr/>
        <p:nvPr/>
      </p:nvGrpSpPr>
      <p:grpSpPr>
        <a:xfrm>
          <a:off x="0" y="0"/>
          <a:ext cx="0" cy="0"/>
          <a:chOff x="0" y="0"/>
          <a:chExt cx="0" cy="0"/>
        </a:xfrm>
      </p:grpSpPr>
      <p:grpSp>
        <p:nvGrpSpPr>
          <p:cNvPr id="53" name="Google Shape;53;p4"/>
          <p:cNvGrpSpPr/>
          <p:nvPr/>
        </p:nvGrpSpPr>
        <p:grpSpPr>
          <a:xfrm>
            <a:off x="0" y="0"/>
            <a:ext cx="18313804" cy="10306551"/>
            <a:chOff x="0" y="0"/>
            <a:chExt cx="18313804" cy="10306551"/>
          </a:xfrm>
        </p:grpSpPr>
        <p:sp>
          <p:nvSpPr>
            <p:cNvPr id="54" name="Google Shape;54;p4"/>
            <p:cNvSpPr/>
            <p:nvPr/>
          </p:nvSpPr>
          <p:spPr>
            <a:xfrm>
              <a:off x="5622552" y="5683250"/>
              <a:ext cx="12672060" cy="4603750"/>
            </a:xfrm>
            <a:custGeom>
              <a:rect b="b" l="l" r="r" t="t"/>
              <a:pathLst>
                <a:path extrusionOk="0" h="4603750" w="12672060">
                  <a:moveTo>
                    <a:pt x="0" y="4603418"/>
                  </a:moveTo>
                  <a:lnTo>
                    <a:pt x="12671627" y="4603418"/>
                  </a:lnTo>
                  <a:lnTo>
                    <a:pt x="12671627" y="0"/>
                  </a:lnTo>
                  <a:lnTo>
                    <a:pt x="0" y="0"/>
                  </a:lnTo>
                  <a:lnTo>
                    <a:pt x="0" y="4603418"/>
                  </a:lnTo>
                  <a:close/>
                </a:path>
              </a:pathLst>
            </a:custGeom>
            <a:solidFill>
              <a:srgbClr val="4BACC6"/>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5" name="Google Shape;55;p4"/>
            <p:cNvPicPr preferRelativeResize="0"/>
            <p:nvPr/>
          </p:nvPicPr>
          <p:blipFill rotWithShape="1">
            <a:blip r:embed="rId3">
              <a:alphaModFix/>
            </a:blip>
            <a:srcRect b="0" l="0" r="0" t="0"/>
            <a:stretch/>
          </p:blipFill>
          <p:spPr>
            <a:xfrm>
              <a:off x="6133" y="5703133"/>
              <a:ext cx="5616419" cy="4603418"/>
            </a:xfrm>
            <a:prstGeom prst="rect">
              <a:avLst/>
            </a:prstGeom>
            <a:solidFill>
              <a:srgbClr val="4BACC6"/>
            </a:solidFill>
            <a:ln cap="flat" cmpd="sng" w="9525">
              <a:solidFill>
                <a:srgbClr val="00B0F0"/>
              </a:solidFill>
              <a:prstDash val="solid"/>
              <a:round/>
              <a:headEnd len="sm" w="sm" type="none"/>
              <a:tailEnd len="sm" w="sm" type="none"/>
            </a:ln>
          </p:spPr>
        </p:pic>
        <p:pic>
          <p:nvPicPr>
            <p:cNvPr id="56" name="Google Shape;56;p4"/>
            <p:cNvPicPr preferRelativeResize="0"/>
            <p:nvPr/>
          </p:nvPicPr>
          <p:blipFill rotWithShape="1">
            <a:blip r:embed="rId4">
              <a:alphaModFix/>
            </a:blip>
            <a:srcRect b="0" l="0" r="0" t="0"/>
            <a:stretch/>
          </p:blipFill>
          <p:spPr>
            <a:xfrm>
              <a:off x="0" y="0"/>
              <a:ext cx="18287999" cy="5686439"/>
            </a:xfrm>
            <a:prstGeom prst="rect">
              <a:avLst/>
            </a:prstGeom>
            <a:noFill/>
            <a:ln cap="flat" cmpd="sng" w="9525">
              <a:solidFill>
                <a:srgbClr val="00B0F0"/>
              </a:solidFill>
              <a:prstDash val="solid"/>
              <a:round/>
              <a:headEnd len="sm" w="sm" type="none"/>
              <a:tailEnd len="sm" w="sm" type="none"/>
            </a:ln>
          </p:spPr>
        </p:pic>
        <p:sp>
          <p:nvSpPr>
            <p:cNvPr id="57" name="Google Shape;57;p4"/>
            <p:cNvSpPr/>
            <p:nvPr/>
          </p:nvSpPr>
          <p:spPr>
            <a:xfrm>
              <a:off x="25169" y="2540"/>
              <a:ext cx="18288635" cy="5683885"/>
            </a:xfrm>
            <a:custGeom>
              <a:rect b="b" l="l" r="r" t="t"/>
              <a:pathLst>
                <a:path extrusionOk="0" h="5683885" w="18288635">
                  <a:moveTo>
                    <a:pt x="18288030" y="5683578"/>
                  </a:moveTo>
                  <a:lnTo>
                    <a:pt x="0" y="5683578"/>
                  </a:lnTo>
                  <a:lnTo>
                    <a:pt x="0" y="0"/>
                  </a:lnTo>
                  <a:lnTo>
                    <a:pt x="18288030" y="0"/>
                  </a:lnTo>
                  <a:lnTo>
                    <a:pt x="18288030" y="5683578"/>
                  </a:lnTo>
                  <a:close/>
                </a:path>
              </a:pathLst>
            </a:custGeom>
            <a:solidFill>
              <a:srgbClr val="00668B">
                <a:alpha val="76078"/>
              </a:srgbClr>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8" name="Google Shape;58;p4"/>
            <p:cNvPicPr preferRelativeResize="0"/>
            <p:nvPr/>
          </p:nvPicPr>
          <p:blipFill rotWithShape="1">
            <a:blip r:embed="rId5">
              <a:alphaModFix/>
            </a:blip>
            <a:srcRect b="0" l="0" r="0" t="0"/>
            <a:stretch/>
          </p:blipFill>
          <p:spPr>
            <a:xfrm>
              <a:off x="1809914" y="7586654"/>
              <a:ext cx="2047874" cy="400049"/>
            </a:xfrm>
            <a:prstGeom prst="rect">
              <a:avLst/>
            </a:prstGeom>
            <a:noFill/>
            <a:ln cap="flat" cmpd="sng" w="9525">
              <a:solidFill>
                <a:srgbClr val="00B0F0"/>
              </a:solidFill>
              <a:prstDash val="solid"/>
              <a:round/>
              <a:headEnd len="sm" w="sm" type="none"/>
              <a:tailEnd len="sm" w="sm" type="none"/>
            </a:ln>
          </p:spPr>
        </p:pic>
        <p:sp>
          <p:nvSpPr>
            <p:cNvPr id="59" name="Google Shape;59;p4"/>
            <p:cNvSpPr/>
            <p:nvPr/>
          </p:nvSpPr>
          <p:spPr>
            <a:xfrm>
              <a:off x="5603359" y="6265373"/>
              <a:ext cx="0" cy="3359785"/>
            </a:xfrm>
            <a:custGeom>
              <a:rect b="b" l="l" r="r" t="t"/>
              <a:pathLst>
                <a:path extrusionOk="0" h="3359784" w="120000">
                  <a:moveTo>
                    <a:pt x="0" y="3359753"/>
                  </a:moveTo>
                  <a:lnTo>
                    <a:pt x="0" y="0"/>
                  </a:lnTo>
                </a:path>
              </a:pathLst>
            </a:custGeom>
            <a:no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0" name="Google Shape;60;p4"/>
            <p:cNvSpPr/>
            <p:nvPr/>
          </p:nvSpPr>
          <p:spPr>
            <a:xfrm>
              <a:off x="7600401" y="8311073"/>
              <a:ext cx="398145" cy="340995"/>
            </a:xfrm>
            <a:custGeom>
              <a:rect b="b" l="l" r="r" t="t"/>
              <a:pathLst>
                <a:path extrusionOk="0" h="340995" w="398145">
                  <a:moveTo>
                    <a:pt x="168584" y="30091"/>
                  </a:moveTo>
                  <a:lnTo>
                    <a:pt x="141850" y="30091"/>
                  </a:lnTo>
                  <a:lnTo>
                    <a:pt x="186669" y="1748"/>
                  </a:lnTo>
                  <a:lnTo>
                    <a:pt x="192749" y="0"/>
                  </a:lnTo>
                  <a:lnTo>
                    <a:pt x="204928" y="0"/>
                  </a:lnTo>
                  <a:lnTo>
                    <a:pt x="211011" y="1748"/>
                  </a:lnTo>
                  <a:lnTo>
                    <a:pt x="230907" y="14331"/>
                  </a:lnTo>
                  <a:lnTo>
                    <a:pt x="195386" y="14331"/>
                  </a:lnTo>
                  <a:lnTo>
                    <a:pt x="191922" y="15332"/>
                  </a:lnTo>
                  <a:lnTo>
                    <a:pt x="168584" y="30091"/>
                  </a:lnTo>
                  <a:close/>
                </a:path>
                <a:path extrusionOk="0" h="340995" w="398145">
                  <a:moveTo>
                    <a:pt x="255826" y="30091"/>
                  </a:moveTo>
                  <a:lnTo>
                    <a:pt x="229095" y="30091"/>
                  </a:lnTo>
                  <a:lnTo>
                    <a:pt x="205757" y="15330"/>
                  </a:lnTo>
                  <a:lnTo>
                    <a:pt x="202291" y="14331"/>
                  </a:lnTo>
                  <a:lnTo>
                    <a:pt x="230907" y="14331"/>
                  </a:lnTo>
                  <a:lnTo>
                    <a:pt x="255826" y="30091"/>
                  </a:lnTo>
                  <a:close/>
                </a:path>
                <a:path extrusionOk="0" h="340995" w="398145">
                  <a:moveTo>
                    <a:pt x="364813" y="340451"/>
                  </a:moveTo>
                  <a:lnTo>
                    <a:pt x="31754" y="340423"/>
                  </a:lnTo>
                  <a:lnTo>
                    <a:pt x="0" y="316442"/>
                  </a:lnTo>
                  <a:lnTo>
                    <a:pt x="0" y="132235"/>
                  </a:lnTo>
                  <a:lnTo>
                    <a:pt x="15450" y="110031"/>
                  </a:lnTo>
                  <a:lnTo>
                    <a:pt x="66001" y="78061"/>
                  </a:lnTo>
                  <a:lnTo>
                    <a:pt x="66001" y="33300"/>
                  </a:lnTo>
                  <a:lnTo>
                    <a:pt x="69210" y="30091"/>
                  </a:lnTo>
                  <a:lnTo>
                    <a:pt x="328467" y="30091"/>
                  </a:lnTo>
                  <a:lnTo>
                    <a:pt x="331676" y="33300"/>
                  </a:lnTo>
                  <a:lnTo>
                    <a:pt x="331676" y="44423"/>
                  </a:lnTo>
                  <a:lnTo>
                    <a:pt x="80333" y="44423"/>
                  </a:lnTo>
                  <a:lnTo>
                    <a:pt x="80333" y="94967"/>
                  </a:lnTo>
                  <a:lnTo>
                    <a:pt x="66001" y="94967"/>
                  </a:lnTo>
                  <a:lnTo>
                    <a:pt x="21718" y="123049"/>
                  </a:lnTo>
                  <a:lnTo>
                    <a:pt x="20547" y="123995"/>
                  </a:lnTo>
                  <a:lnTo>
                    <a:pt x="41089" y="136988"/>
                  </a:lnTo>
                  <a:lnTo>
                    <a:pt x="14356" y="136988"/>
                  </a:lnTo>
                  <a:lnTo>
                    <a:pt x="14478" y="309668"/>
                  </a:lnTo>
                  <a:lnTo>
                    <a:pt x="41218" y="309668"/>
                  </a:lnTo>
                  <a:lnTo>
                    <a:pt x="21553" y="322104"/>
                  </a:lnTo>
                  <a:lnTo>
                    <a:pt x="24277" y="324247"/>
                  </a:lnTo>
                  <a:lnTo>
                    <a:pt x="27601" y="325653"/>
                  </a:lnTo>
                  <a:lnTo>
                    <a:pt x="32898" y="326119"/>
                  </a:lnTo>
                  <a:lnTo>
                    <a:pt x="392566" y="326119"/>
                  </a:lnTo>
                  <a:lnTo>
                    <a:pt x="382753" y="335930"/>
                  </a:lnTo>
                  <a:lnTo>
                    <a:pt x="375835" y="339419"/>
                  </a:lnTo>
                  <a:lnTo>
                    <a:pt x="366237" y="340409"/>
                  </a:lnTo>
                  <a:lnTo>
                    <a:pt x="364813" y="340451"/>
                  </a:lnTo>
                  <a:close/>
                </a:path>
                <a:path extrusionOk="0" h="340995" w="398145">
                  <a:moveTo>
                    <a:pt x="231701" y="232876"/>
                  </a:moveTo>
                  <a:lnTo>
                    <a:pt x="202805" y="232876"/>
                  </a:lnTo>
                  <a:lnTo>
                    <a:pt x="206782" y="231730"/>
                  </a:lnTo>
                  <a:lnTo>
                    <a:pt x="317344" y="161805"/>
                  </a:lnTo>
                  <a:lnTo>
                    <a:pt x="317344" y="44423"/>
                  </a:lnTo>
                  <a:lnTo>
                    <a:pt x="331676" y="44423"/>
                  </a:lnTo>
                  <a:lnTo>
                    <a:pt x="331676" y="78061"/>
                  </a:lnTo>
                  <a:lnTo>
                    <a:pt x="358288" y="94967"/>
                  </a:lnTo>
                  <a:lnTo>
                    <a:pt x="331676" y="94967"/>
                  </a:lnTo>
                  <a:lnTo>
                    <a:pt x="331676" y="152743"/>
                  </a:lnTo>
                  <a:lnTo>
                    <a:pt x="358407" y="152743"/>
                  </a:lnTo>
                  <a:lnTo>
                    <a:pt x="328791" y="171473"/>
                  </a:lnTo>
                  <a:lnTo>
                    <a:pt x="328497" y="171694"/>
                  </a:lnTo>
                  <a:lnTo>
                    <a:pt x="328184" y="171892"/>
                  </a:lnTo>
                  <a:lnTo>
                    <a:pt x="327856" y="172064"/>
                  </a:lnTo>
                  <a:lnTo>
                    <a:pt x="246735" y="223369"/>
                  </a:lnTo>
                  <a:lnTo>
                    <a:pt x="260101" y="231822"/>
                  </a:lnTo>
                  <a:lnTo>
                    <a:pt x="233368" y="231822"/>
                  </a:lnTo>
                  <a:lnTo>
                    <a:pt x="231701" y="232876"/>
                  </a:lnTo>
                  <a:close/>
                </a:path>
                <a:path extrusionOk="0" h="340995" w="398145">
                  <a:moveTo>
                    <a:pt x="80333" y="152743"/>
                  </a:moveTo>
                  <a:lnTo>
                    <a:pt x="66001" y="152743"/>
                  </a:lnTo>
                  <a:lnTo>
                    <a:pt x="66001" y="94967"/>
                  </a:lnTo>
                  <a:lnTo>
                    <a:pt x="80333" y="94967"/>
                  </a:lnTo>
                  <a:lnTo>
                    <a:pt x="80333" y="152743"/>
                  </a:lnTo>
                  <a:close/>
                </a:path>
                <a:path extrusionOk="0" h="340995" w="398145">
                  <a:moveTo>
                    <a:pt x="358407" y="152743"/>
                  </a:moveTo>
                  <a:lnTo>
                    <a:pt x="331676" y="152743"/>
                  </a:lnTo>
                  <a:lnTo>
                    <a:pt x="377130" y="123995"/>
                  </a:lnTo>
                  <a:lnTo>
                    <a:pt x="374613" y="122123"/>
                  </a:lnTo>
                  <a:lnTo>
                    <a:pt x="331676" y="94967"/>
                  </a:lnTo>
                  <a:lnTo>
                    <a:pt x="358288" y="94967"/>
                  </a:lnTo>
                  <a:lnTo>
                    <a:pt x="390880" y="117646"/>
                  </a:lnTo>
                  <a:lnTo>
                    <a:pt x="397677" y="132235"/>
                  </a:lnTo>
                  <a:lnTo>
                    <a:pt x="397677" y="136988"/>
                  </a:lnTo>
                  <a:lnTo>
                    <a:pt x="383321" y="136988"/>
                  </a:lnTo>
                  <a:lnTo>
                    <a:pt x="358407" y="152743"/>
                  </a:lnTo>
                  <a:close/>
                </a:path>
                <a:path extrusionOk="0" h="340995" w="398145">
                  <a:moveTo>
                    <a:pt x="41218" y="309668"/>
                  </a:moveTo>
                  <a:lnTo>
                    <a:pt x="14478" y="309668"/>
                  </a:lnTo>
                  <a:lnTo>
                    <a:pt x="150942" y="223369"/>
                  </a:lnTo>
                  <a:lnTo>
                    <a:pt x="14356" y="136988"/>
                  </a:lnTo>
                  <a:lnTo>
                    <a:pt x="41089" y="136988"/>
                  </a:lnTo>
                  <a:lnTo>
                    <a:pt x="66001" y="152743"/>
                  </a:lnTo>
                  <a:lnTo>
                    <a:pt x="80333" y="152743"/>
                  </a:lnTo>
                  <a:lnTo>
                    <a:pt x="80333" y="161805"/>
                  </a:lnTo>
                  <a:lnTo>
                    <a:pt x="190895" y="231730"/>
                  </a:lnTo>
                  <a:lnTo>
                    <a:pt x="191214" y="231822"/>
                  </a:lnTo>
                  <a:lnTo>
                    <a:pt x="164309" y="231822"/>
                  </a:lnTo>
                  <a:lnTo>
                    <a:pt x="41218" y="309668"/>
                  </a:lnTo>
                  <a:close/>
                </a:path>
                <a:path extrusionOk="0" h="340995" w="398145">
                  <a:moveTo>
                    <a:pt x="397677" y="309672"/>
                  </a:moveTo>
                  <a:lnTo>
                    <a:pt x="383199" y="309672"/>
                  </a:lnTo>
                  <a:lnTo>
                    <a:pt x="383321" y="136988"/>
                  </a:lnTo>
                  <a:lnTo>
                    <a:pt x="397677" y="136988"/>
                  </a:lnTo>
                  <a:lnTo>
                    <a:pt x="397677" y="309672"/>
                  </a:lnTo>
                  <a:close/>
                </a:path>
                <a:path extrusionOk="0" h="340995" w="398145">
                  <a:moveTo>
                    <a:pt x="205440" y="247208"/>
                  </a:moveTo>
                  <a:lnTo>
                    <a:pt x="192237" y="247208"/>
                  </a:lnTo>
                  <a:lnTo>
                    <a:pt x="185644" y="245315"/>
                  </a:lnTo>
                  <a:lnTo>
                    <a:pt x="164309" y="231822"/>
                  </a:lnTo>
                  <a:lnTo>
                    <a:pt x="191214" y="231822"/>
                  </a:lnTo>
                  <a:lnTo>
                    <a:pt x="194874" y="232876"/>
                  </a:lnTo>
                  <a:lnTo>
                    <a:pt x="231701" y="232876"/>
                  </a:lnTo>
                  <a:lnTo>
                    <a:pt x="212035" y="245315"/>
                  </a:lnTo>
                  <a:lnTo>
                    <a:pt x="205440" y="247208"/>
                  </a:lnTo>
                  <a:close/>
                </a:path>
                <a:path extrusionOk="0" h="340995" w="398145">
                  <a:moveTo>
                    <a:pt x="392566" y="326119"/>
                  </a:moveTo>
                  <a:lnTo>
                    <a:pt x="32898" y="326119"/>
                  </a:lnTo>
                  <a:lnTo>
                    <a:pt x="366214" y="326046"/>
                  </a:lnTo>
                  <a:lnTo>
                    <a:pt x="370074" y="325651"/>
                  </a:lnTo>
                  <a:lnTo>
                    <a:pt x="373397" y="324245"/>
                  </a:lnTo>
                  <a:lnTo>
                    <a:pt x="376124" y="322104"/>
                  </a:lnTo>
                  <a:lnTo>
                    <a:pt x="233368" y="231822"/>
                  </a:lnTo>
                  <a:lnTo>
                    <a:pt x="260101" y="231822"/>
                  </a:lnTo>
                  <a:lnTo>
                    <a:pt x="383199" y="309672"/>
                  </a:lnTo>
                  <a:lnTo>
                    <a:pt x="397677" y="309672"/>
                  </a:lnTo>
                  <a:lnTo>
                    <a:pt x="397677" y="316442"/>
                  </a:lnTo>
                  <a:lnTo>
                    <a:pt x="393956" y="324729"/>
                  </a:lnTo>
                  <a:lnTo>
                    <a:pt x="392566" y="326119"/>
                  </a:lnTo>
                  <a:close/>
                </a:path>
              </a:pathLst>
            </a:custGeom>
            <a:solidFill>
              <a:srgbClr val="FFFFFF"/>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1" name="Google Shape;61;p4"/>
            <p:cNvPicPr preferRelativeResize="0"/>
            <p:nvPr/>
          </p:nvPicPr>
          <p:blipFill rotWithShape="1">
            <a:blip r:embed="rId6">
              <a:alphaModFix/>
            </a:blip>
            <a:srcRect b="0" l="0" r="0" t="0"/>
            <a:stretch/>
          </p:blipFill>
          <p:spPr>
            <a:xfrm>
              <a:off x="7745290" y="8384673"/>
              <a:ext cx="107909" cy="107806"/>
            </a:xfrm>
            <a:prstGeom prst="rect">
              <a:avLst/>
            </a:prstGeom>
            <a:noFill/>
            <a:ln cap="flat" cmpd="sng" w="9525">
              <a:solidFill>
                <a:srgbClr val="00B0F0"/>
              </a:solidFill>
              <a:prstDash val="solid"/>
              <a:round/>
              <a:headEnd len="sm" w="sm" type="none"/>
              <a:tailEnd len="sm" w="sm" type="none"/>
            </a:ln>
          </p:spPr>
        </p:pic>
        <p:sp>
          <p:nvSpPr>
            <p:cNvPr id="62" name="Google Shape;62;p4"/>
            <p:cNvSpPr/>
            <p:nvPr/>
          </p:nvSpPr>
          <p:spPr>
            <a:xfrm>
              <a:off x="7600401" y="8957035"/>
              <a:ext cx="398145" cy="398145"/>
            </a:xfrm>
            <a:custGeom>
              <a:rect b="b" l="l" r="r" t="t"/>
              <a:pathLst>
                <a:path extrusionOk="0" h="398145" w="398145">
                  <a:moveTo>
                    <a:pt x="198901" y="397802"/>
                  </a:moveTo>
                  <a:lnTo>
                    <a:pt x="158809" y="393760"/>
                  </a:lnTo>
                  <a:lnTo>
                    <a:pt x="121471" y="382169"/>
                  </a:lnTo>
                  <a:lnTo>
                    <a:pt x="87689" y="363827"/>
                  </a:lnTo>
                  <a:lnTo>
                    <a:pt x="58267" y="339535"/>
                  </a:lnTo>
                  <a:lnTo>
                    <a:pt x="33975" y="310094"/>
                  </a:lnTo>
                  <a:lnTo>
                    <a:pt x="15633" y="276305"/>
                  </a:lnTo>
                  <a:lnTo>
                    <a:pt x="4041" y="238973"/>
                  </a:lnTo>
                  <a:lnTo>
                    <a:pt x="0" y="198901"/>
                  </a:lnTo>
                  <a:lnTo>
                    <a:pt x="4041" y="158809"/>
                  </a:lnTo>
                  <a:lnTo>
                    <a:pt x="15633" y="121471"/>
                  </a:lnTo>
                  <a:lnTo>
                    <a:pt x="33975" y="87689"/>
                  </a:lnTo>
                  <a:lnTo>
                    <a:pt x="58267" y="58267"/>
                  </a:lnTo>
                  <a:lnTo>
                    <a:pt x="87689" y="33975"/>
                  </a:lnTo>
                  <a:lnTo>
                    <a:pt x="121471" y="15633"/>
                  </a:lnTo>
                  <a:lnTo>
                    <a:pt x="158809" y="4041"/>
                  </a:lnTo>
                  <a:lnTo>
                    <a:pt x="198901" y="0"/>
                  </a:lnTo>
                  <a:lnTo>
                    <a:pt x="238987" y="4041"/>
                  </a:lnTo>
                  <a:lnTo>
                    <a:pt x="262792" y="11433"/>
                  </a:lnTo>
                  <a:lnTo>
                    <a:pt x="198901" y="11433"/>
                  </a:lnTo>
                  <a:lnTo>
                    <a:pt x="161120" y="15244"/>
                  </a:lnTo>
                  <a:lnTo>
                    <a:pt x="94083" y="43453"/>
                  </a:lnTo>
                  <a:lnTo>
                    <a:pt x="43453" y="94083"/>
                  </a:lnTo>
                  <a:lnTo>
                    <a:pt x="15244" y="161120"/>
                  </a:lnTo>
                  <a:lnTo>
                    <a:pt x="11433" y="198901"/>
                  </a:lnTo>
                  <a:lnTo>
                    <a:pt x="15244" y="236681"/>
                  </a:lnTo>
                  <a:lnTo>
                    <a:pt x="43453" y="303704"/>
                  </a:lnTo>
                  <a:lnTo>
                    <a:pt x="94083" y="354329"/>
                  </a:lnTo>
                  <a:lnTo>
                    <a:pt x="161120" y="382529"/>
                  </a:lnTo>
                  <a:lnTo>
                    <a:pt x="198901" y="386335"/>
                  </a:lnTo>
                  <a:lnTo>
                    <a:pt x="262899" y="386335"/>
                  </a:lnTo>
                  <a:lnTo>
                    <a:pt x="238987" y="393760"/>
                  </a:lnTo>
                  <a:lnTo>
                    <a:pt x="198901" y="397802"/>
                  </a:lnTo>
                  <a:close/>
                </a:path>
                <a:path extrusionOk="0" h="398145" w="398145">
                  <a:moveTo>
                    <a:pt x="262899" y="386335"/>
                  </a:moveTo>
                  <a:lnTo>
                    <a:pt x="198901" y="386335"/>
                  </a:lnTo>
                  <a:lnTo>
                    <a:pt x="236681" y="382529"/>
                  </a:lnTo>
                  <a:lnTo>
                    <a:pt x="271868" y="371610"/>
                  </a:lnTo>
                  <a:lnTo>
                    <a:pt x="331435" y="331435"/>
                  </a:lnTo>
                  <a:lnTo>
                    <a:pt x="371610" y="271868"/>
                  </a:lnTo>
                  <a:lnTo>
                    <a:pt x="386335" y="198901"/>
                  </a:lnTo>
                  <a:lnTo>
                    <a:pt x="382529" y="161120"/>
                  </a:lnTo>
                  <a:lnTo>
                    <a:pt x="354329" y="94083"/>
                  </a:lnTo>
                  <a:lnTo>
                    <a:pt x="303704" y="43453"/>
                  </a:lnTo>
                  <a:lnTo>
                    <a:pt x="236681" y="15244"/>
                  </a:lnTo>
                  <a:lnTo>
                    <a:pt x="198901" y="11433"/>
                  </a:lnTo>
                  <a:lnTo>
                    <a:pt x="262792" y="11433"/>
                  </a:lnTo>
                  <a:lnTo>
                    <a:pt x="310098" y="33975"/>
                  </a:lnTo>
                  <a:lnTo>
                    <a:pt x="339535" y="58267"/>
                  </a:lnTo>
                  <a:lnTo>
                    <a:pt x="363827" y="87689"/>
                  </a:lnTo>
                  <a:lnTo>
                    <a:pt x="382169" y="121471"/>
                  </a:lnTo>
                  <a:lnTo>
                    <a:pt x="393760" y="158809"/>
                  </a:lnTo>
                  <a:lnTo>
                    <a:pt x="397802" y="198901"/>
                  </a:lnTo>
                  <a:lnTo>
                    <a:pt x="393760" y="238973"/>
                  </a:lnTo>
                  <a:lnTo>
                    <a:pt x="382169" y="276305"/>
                  </a:lnTo>
                  <a:lnTo>
                    <a:pt x="363827" y="310094"/>
                  </a:lnTo>
                  <a:lnTo>
                    <a:pt x="339535" y="339535"/>
                  </a:lnTo>
                  <a:lnTo>
                    <a:pt x="310098" y="363827"/>
                  </a:lnTo>
                  <a:lnTo>
                    <a:pt x="276318" y="382169"/>
                  </a:lnTo>
                  <a:lnTo>
                    <a:pt x="262899" y="386335"/>
                  </a:lnTo>
                  <a:close/>
                </a:path>
              </a:pathLst>
            </a:custGeom>
            <a:solidFill>
              <a:srgbClr val="FFFFFF"/>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3" name="Google Shape;63;p4"/>
            <p:cNvPicPr preferRelativeResize="0"/>
            <p:nvPr/>
          </p:nvPicPr>
          <p:blipFill rotWithShape="1">
            <a:blip r:embed="rId7">
              <a:alphaModFix/>
            </a:blip>
            <a:srcRect b="0" l="0" r="0" t="0"/>
            <a:stretch/>
          </p:blipFill>
          <p:spPr>
            <a:xfrm>
              <a:off x="7688955" y="9045036"/>
              <a:ext cx="221183" cy="221239"/>
            </a:xfrm>
            <a:prstGeom prst="rect">
              <a:avLst/>
            </a:prstGeom>
            <a:noFill/>
            <a:ln cap="flat" cmpd="sng" w="9525">
              <a:solidFill>
                <a:srgbClr val="00B0F0"/>
              </a:solidFill>
              <a:prstDash val="solid"/>
              <a:round/>
              <a:headEnd len="sm" w="sm" type="none"/>
              <a:tailEnd len="sm" w="sm" type="none"/>
            </a:ln>
          </p:spPr>
        </p:pic>
        <p:sp>
          <p:nvSpPr>
            <p:cNvPr id="64" name="Google Shape;64;p4"/>
            <p:cNvSpPr/>
            <p:nvPr/>
          </p:nvSpPr>
          <p:spPr>
            <a:xfrm>
              <a:off x="7600395" y="7552561"/>
              <a:ext cx="462915" cy="480059"/>
            </a:xfrm>
            <a:custGeom>
              <a:rect b="b" l="l" r="r" t="t"/>
              <a:pathLst>
                <a:path extrusionOk="0" h="480059" w="462915">
                  <a:moveTo>
                    <a:pt x="231279" y="480006"/>
                  </a:moveTo>
                  <a:lnTo>
                    <a:pt x="174240" y="477645"/>
                  </a:lnTo>
                  <a:lnTo>
                    <a:pt x="120236" y="470607"/>
                  </a:lnTo>
                  <a:lnTo>
                    <a:pt x="72539" y="458963"/>
                  </a:lnTo>
                  <a:lnTo>
                    <a:pt x="34420" y="442782"/>
                  </a:lnTo>
                  <a:lnTo>
                    <a:pt x="0" y="397095"/>
                  </a:lnTo>
                  <a:lnTo>
                    <a:pt x="12504" y="368133"/>
                  </a:lnTo>
                  <a:lnTo>
                    <a:pt x="46490" y="345256"/>
                  </a:lnTo>
                  <a:lnTo>
                    <a:pt x="96563" y="328594"/>
                  </a:lnTo>
                  <a:lnTo>
                    <a:pt x="157514" y="318221"/>
                  </a:lnTo>
                  <a:lnTo>
                    <a:pt x="105663" y="247167"/>
                  </a:lnTo>
                  <a:lnTo>
                    <a:pt x="85483" y="209591"/>
                  </a:lnTo>
                  <a:lnTo>
                    <a:pt x="76274" y="167945"/>
                  </a:lnTo>
                  <a:lnTo>
                    <a:pt x="75866" y="160819"/>
                  </a:lnTo>
                  <a:lnTo>
                    <a:pt x="75911" y="150048"/>
                  </a:lnTo>
                  <a:lnTo>
                    <a:pt x="82192" y="111315"/>
                  </a:lnTo>
                  <a:lnTo>
                    <a:pt x="99686" y="72648"/>
                  </a:lnTo>
                  <a:lnTo>
                    <a:pt x="127148" y="40013"/>
                  </a:lnTo>
                  <a:lnTo>
                    <a:pt x="162442" y="16065"/>
                  </a:lnTo>
                  <a:lnTo>
                    <a:pt x="202915" y="2608"/>
                  </a:lnTo>
                  <a:lnTo>
                    <a:pt x="231281" y="0"/>
                  </a:lnTo>
                  <a:lnTo>
                    <a:pt x="238417" y="163"/>
                  </a:lnTo>
                  <a:lnTo>
                    <a:pt x="280339" y="7940"/>
                  </a:lnTo>
                  <a:lnTo>
                    <a:pt x="317589" y="26176"/>
                  </a:lnTo>
                  <a:lnTo>
                    <a:pt x="223349" y="26176"/>
                  </a:lnTo>
                  <a:lnTo>
                    <a:pt x="215486" y="26899"/>
                  </a:lnTo>
                  <a:lnTo>
                    <a:pt x="177490" y="37626"/>
                  </a:lnTo>
                  <a:lnTo>
                    <a:pt x="138788" y="64764"/>
                  </a:lnTo>
                  <a:lnTo>
                    <a:pt x="112396" y="103978"/>
                  </a:lnTo>
                  <a:lnTo>
                    <a:pt x="101827" y="150048"/>
                  </a:lnTo>
                  <a:lnTo>
                    <a:pt x="101735" y="157944"/>
                  </a:lnTo>
                  <a:lnTo>
                    <a:pt x="103004" y="173753"/>
                  </a:lnTo>
                  <a:lnTo>
                    <a:pt x="118088" y="218549"/>
                  </a:lnTo>
                  <a:lnTo>
                    <a:pt x="207864" y="342802"/>
                  </a:lnTo>
                  <a:lnTo>
                    <a:pt x="175450" y="342802"/>
                  </a:lnTo>
                  <a:lnTo>
                    <a:pt x="113084" y="351935"/>
                  </a:lnTo>
                  <a:lnTo>
                    <a:pt x="66111" y="365659"/>
                  </a:lnTo>
                  <a:lnTo>
                    <a:pt x="36491" y="381529"/>
                  </a:lnTo>
                  <a:lnTo>
                    <a:pt x="26182" y="397095"/>
                  </a:lnTo>
                  <a:lnTo>
                    <a:pt x="35493" y="411877"/>
                  </a:lnTo>
                  <a:lnTo>
                    <a:pt x="62319" y="427056"/>
                  </a:lnTo>
                  <a:lnTo>
                    <a:pt x="104999" y="440517"/>
                  </a:lnTo>
                  <a:lnTo>
                    <a:pt x="161872" y="450144"/>
                  </a:lnTo>
                  <a:lnTo>
                    <a:pt x="231279" y="453824"/>
                  </a:lnTo>
                  <a:lnTo>
                    <a:pt x="402125" y="453824"/>
                  </a:lnTo>
                  <a:lnTo>
                    <a:pt x="390018" y="458963"/>
                  </a:lnTo>
                  <a:lnTo>
                    <a:pt x="342321" y="470607"/>
                  </a:lnTo>
                  <a:lnTo>
                    <a:pt x="288318" y="477645"/>
                  </a:lnTo>
                  <a:lnTo>
                    <a:pt x="231279" y="480006"/>
                  </a:lnTo>
                  <a:close/>
                </a:path>
                <a:path extrusionOk="0" h="480059" w="462915">
                  <a:moveTo>
                    <a:pt x="263693" y="374888"/>
                  </a:moveTo>
                  <a:lnTo>
                    <a:pt x="231279" y="374888"/>
                  </a:lnTo>
                  <a:lnTo>
                    <a:pt x="340419" y="225326"/>
                  </a:lnTo>
                  <a:lnTo>
                    <a:pt x="344469" y="218549"/>
                  </a:lnTo>
                  <a:lnTo>
                    <a:pt x="358203" y="181533"/>
                  </a:lnTo>
                  <a:lnTo>
                    <a:pt x="360822" y="157944"/>
                  </a:lnTo>
                  <a:lnTo>
                    <a:pt x="360730" y="150048"/>
                  </a:lnTo>
                  <a:lnTo>
                    <a:pt x="353078" y="111315"/>
                  </a:lnTo>
                  <a:lnTo>
                    <a:pt x="329124" y="70566"/>
                  </a:lnTo>
                  <a:lnTo>
                    <a:pt x="292148" y="41122"/>
                  </a:lnTo>
                  <a:lnTo>
                    <a:pt x="247072" y="26899"/>
                  </a:lnTo>
                  <a:lnTo>
                    <a:pt x="239208" y="26176"/>
                  </a:lnTo>
                  <a:lnTo>
                    <a:pt x="317589" y="26176"/>
                  </a:lnTo>
                  <a:lnTo>
                    <a:pt x="350264" y="55379"/>
                  </a:lnTo>
                  <a:lnTo>
                    <a:pt x="372997" y="91485"/>
                  </a:lnTo>
                  <a:lnTo>
                    <a:pt x="385058" y="132381"/>
                  </a:lnTo>
                  <a:lnTo>
                    <a:pt x="386696" y="160819"/>
                  </a:lnTo>
                  <a:lnTo>
                    <a:pt x="386288" y="167945"/>
                  </a:lnTo>
                  <a:lnTo>
                    <a:pt x="377078" y="209591"/>
                  </a:lnTo>
                  <a:lnTo>
                    <a:pt x="356899" y="247167"/>
                  </a:lnTo>
                  <a:lnTo>
                    <a:pt x="305061" y="318201"/>
                  </a:lnTo>
                  <a:lnTo>
                    <a:pt x="366067" y="328594"/>
                  </a:lnTo>
                  <a:lnTo>
                    <a:pt x="408740" y="342801"/>
                  </a:lnTo>
                  <a:lnTo>
                    <a:pt x="287108" y="342802"/>
                  </a:lnTo>
                  <a:lnTo>
                    <a:pt x="263693" y="374888"/>
                  </a:lnTo>
                  <a:close/>
                </a:path>
                <a:path extrusionOk="0" h="480059" w="462915">
                  <a:moveTo>
                    <a:pt x="402125" y="453824"/>
                  </a:moveTo>
                  <a:lnTo>
                    <a:pt x="231279" y="453824"/>
                  </a:lnTo>
                  <a:lnTo>
                    <a:pt x="300684" y="450144"/>
                  </a:lnTo>
                  <a:lnTo>
                    <a:pt x="357558" y="440517"/>
                  </a:lnTo>
                  <a:lnTo>
                    <a:pt x="400238" y="427056"/>
                  </a:lnTo>
                  <a:lnTo>
                    <a:pt x="427064" y="411877"/>
                  </a:lnTo>
                  <a:lnTo>
                    <a:pt x="436375" y="397095"/>
                  </a:lnTo>
                  <a:lnTo>
                    <a:pt x="426069" y="381527"/>
                  </a:lnTo>
                  <a:lnTo>
                    <a:pt x="396453" y="365655"/>
                  </a:lnTo>
                  <a:lnTo>
                    <a:pt x="349482" y="351930"/>
                  </a:lnTo>
                  <a:lnTo>
                    <a:pt x="287108" y="342801"/>
                  </a:lnTo>
                  <a:lnTo>
                    <a:pt x="408743" y="342802"/>
                  </a:lnTo>
                  <a:lnTo>
                    <a:pt x="416131" y="345268"/>
                  </a:lnTo>
                  <a:lnTo>
                    <a:pt x="450064" y="368137"/>
                  </a:lnTo>
                  <a:lnTo>
                    <a:pt x="462558" y="397095"/>
                  </a:lnTo>
                  <a:lnTo>
                    <a:pt x="453407" y="422136"/>
                  </a:lnTo>
                  <a:lnTo>
                    <a:pt x="428137" y="442782"/>
                  </a:lnTo>
                  <a:lnTo>
                    <a:pt x="402125" y="453824"/>
                  </a:lnTo>
                  <a:close/>
                </a:path>
                <a:path extrusionOk="0" h="480059" w="462915">
                  <a:moveTo>
                    <a:pt x="233369" y="410186"/>
                  </a:moveTo>
                  <a:lnTo>
                    <a:pt x="229188" y="410186"/>
                  </a:lnTo>
                  <a:lnTo>
                    <a:pt x="227210" y="409712"/>
                  </a:lnTo>
                  <a:lnTo>
                    <a:pt x="223482" y="407818"/>
                  </a:lnTo>
                  <a:lnTo>
                    <a:pt x="221934" y="406501"/>
                  </a:lnTo>
                  <a:lnTo>
                    <a:pt x="175450" y="342802"/>
                  </a:lnTo>
                  <a:lnTo>
                    <a:pt x="207864" y="342802"/>
                  </a:lnTo>
                  <a:lnTo>
                    <a:pt x="231279" y="374888"/>
                  </a:lnTo>
                  <a:lnTo>
                    <a:pt x="263693" y="374888"/>
                  </a:lnTo>
                  <a:lnTo>
                    <a:pt x="240623" y="406501"/>
                  </a:lnTo>
                  <a:lnTo>
                    <a:pt x="239075" y="407818"/>
                  </a:lnTo>
                  <a:lnTo>
                    <a:pt x="235347" y="409712"/>
                  </a:lnTo>
                  <a:lnTo>
                    <a:pt x="233369" y="410186"/>
                  </a:lnTo>
                  <a:close/>
                </a:path>
              </a:pathLst>
            </a:custGeom>
            <a:solidFill>
              <a:srgbClr val="FFFFFF"/>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5" name="Google Shape;65;p4"/>
            <p:cNvPicPr preferRelativeResize="0"/>
            <p:nvPr/>
          </p:nvPicPr>
          <p:blipFill rotWithShape="1">
            <a:blip r:embed="rId8">
              <a:alphaModFix/>
            </a:blip>
            <a:srcRect b="0" l="0" r="0" t="0"/>
            <a:stretch/>
          </p:blipFill>
          <p:spPr>
            <a:xfrm>
              <a:off x="7755373" y="7631759"/>
              <a:ext cx="152606" cy="152606"/>
            </a:xfrm>
            <a:prstGeom prst="rect">
              <a:avLst/>
            </a:prstGeom>
            <a:noFill/>
            <a:ln cap="flat" cmpd="sng" w="9525">
              <a:solidFill>
                <a:srgbClr val="00B0F0"/>
              </a:solidFill>
              <a:prstDash val="solid"/>
              <a:round/>
              <a:headEnd len="sm" w="sm" type="none"/>
              <a:tailEnd len="sm" w="sm" type="none"/>
            </a:ln>
          </p:spPr>
        </p:pic>
        <p:sp>
          <p:nvSpPr>
            <p:cNvPr id="66" name="Google Shape;66;p4"/>
            <p:cNvSpPr/>
            <p:nvPr/>
          </p:nvSpPr>
          <p:spPr>
            <a:xfrm>
              <a:off x="12565105" y="8311073"/>
              <a:ext cx="398145" cy="340995"/>
            </a:xfrm>
            <a:custGeom>
              <a:rect b="b" l="l" r="r" t="t"/>
              <a:pathLst>
                <a:path extrusionOk="0" h="340995" w="398145">
                  <a:moveTo>
                    <a:pt x="168584" y="30091"/>
                  </a:moveTo>
                  <a:lnTo>
                    <a:pt x="141850" y="30091"/>
                  </a:lnTo>
                  <a:lnTo>
                    <a:pt x="186669" y="1748"/>
                  </a:lnTo>
                  <a:lnTo>
                    <a:pt x="192749" y="0"/>
                  </a:lnTo>
                  <a:lnTo>
                    <a:pt x="204928" y="0"/>
                  </a:lnTo>
                  <a:lnTo>
                    <a:pt x="211011" y="1748"/>
                  </a:lnTo>
                  <a:lnTo>
                    <a:pt x="230907" y="14331"/>
                  </a:lnTo>
                  <a:lnTo>
                    <a:pt x="195386" y="14331"/>
                  </a:lnTo>
                  <a:lnTo>
                    <a:pt x="191922" y="15332"/>
                  </a:lnTo>
                  <a:lnTo>
                    <a:pt x="168584" y="30091"/>
                  </a:lnTo>
                  <a:close/>
                </a:path>
                <a:path extrusionOk="0" h="340995" w="398145">
                  <a:moveTo>
                    <a:pt x="255826" y="30091"/>
                  </a:moveTo>
                  <a:lnTo>
                    <a:pt x="229095" y="30091"/>
                  </a:lnTo>
                  <a:lnTo>
                    <a:pt x="205757" y="15330"/>
                  </a:lnTo>
                  <a:lnTo>
                    <a:pt x="202291" y="14331"/>
                  </a:lnTo>
                  <a:lnTo>
                    <a:pt x="230907" y="14331"/>
                  </a:lnTo>
                  <a:lnTo>
                    <a:pt x="255826" y="30091"/>
                  </a:lnTo>
                  <a:close/>
                </a:path>
                <a:path extrusionOk="0" h="340995" w="398145">
                  <a:moveTo>
                    <a:pt x="364813" y="340451"/>
                  </a:moveTo>
                  <a:lnTo>
                    <a:pt x="31754" y="340423"/>
                  </a:lnTo>
                  <a:lnTo>
                    <a:pt x="0" y="316442"/>
                  </a:lnTo>
                  <a:lnTo>
                    <a:pt x="0" y="132235"/>
                  </a:lnTo>
                  <a:lnTo>
                    <a:pt x="15450" y="110031"/>
                  </a:lnTo>
                  <a:lnTo>
                    <a:pt x="66001" y="78061"/>
                  </a:lnTo>
                  <a:lnTo>
                    <a:pt x="66001" y="33300"/>
                  </a:lnTo>
                  <a:lnTo>
                    <a:pt x="69210" y="30091"/>
                  </a:lnTo>
                  <a:lnTo>
                    <a:pt x="328467" y="30091"/>
                  </a:lnTo>
                  <a:lnTo>
                    <a:pt x="331676" y="33300"/>
                  </a:lnTo>
                  <a:lnTo>
                    <a:pt x="331676" y="44423"/>
                  </a:lnTo>
                  <a:lnTo>
                    <a:pt x="80333" y="44423"/>
                  </a:lnTo>
                  <a:lnTo>
                    <a:pt x="80333" y="94967"/>
                  </a:lnTo>
                  <a:lnTo>
                    <a:pt x="66001" y="94967"/>
                  </a:lnTo>
                  <a:lnTo>
                    <a:pt x="21718" y="123049"/>
                  </a:lnTo>
                  <a:lnTo>
                    <a:pt x="20547" y="123995"/>
                  </a:lnTo>
                  <a:lnTo>
                    <a:pt x="41089" y="136988"/>
                  </a:lnTo>
                  <a:lnTo>
                    <a:pt x="14356" y="136988"/>
                  </a:lnTo>
                  <a:lnTo>
                    <a:pt x="14478" y="309668"/>
                  </a:lnTo>
                  <a:lnTo>
                    <a:pt x="41218" y="309668"/>
                  </a:lnTo>
                  <a:lnTo>
                    <a:pt x="21553" y="322104"/>
                  </a:lnTo>
                  <a:lnTo>
                    <a:pt x="24277" y="324247"/>
                  </a:lnTo>
                  <a:lnTo>
                    <a:pt x="27601" y="325653"/>
                  </a:lnTo>
                  <a:lnTo>
                    <a:pt x="32898" y="326119"/>
                  </a:lnTo>
                  <a:lnTo>
                    <a:pt x="392566" y="326119"/>
                  </a:lnTo>
                  <a:lnTo>
                    <a:pt x="382753" y="335930"/>
                  </a:lnTo>
                  <a:lnTo>
                    <a:pt x="375835" y="339419"/>
                  </a:lnTo>
                  <a:lnTo>
                    <a:pt x="366237" y="340409"/>
                  </a:lnTo>
                  <a:lnTo>
                    <a:pt x="364813" y="340451"/>
                  </a:lnTo>
                  <a:close/>
                </a:path>
                <a:path extrusionOk="0" h="340995" w="398145">
                  <a:moveTo>
                    <a:pt x="231701" y="232876"/>
                  </a:moveTo>
                  <a:lnTo>
                    <a:pt x="202805" y="232876"/>
                  </a:lnTo>
                  <a:lnTo>
                    <a:pt x="206782" y="231730"/>
                  </a:lnTo>
                  <a:lnTo>
                    <a:pt x="317344" y="161805"/>
                  </a:lnTo>
                  <a:lnTo>
                    <a:pt x="317344" y="44423"/>
                  </a:lnTo>
                  <a:lnTo>
                    <a:pt x="331676" y="44423"/>
                  </a:lnTo>
                  <a:lnTo>
                    <a:pt x="331676" y="78061"/>
                  </a:lnTo>
                  <a:lnTo>
                    <a:pt x="358288" y="94967"/>
                  </a:lnTo>
                  <a:lnTo>
                    <a:pt x="331676" y="94967"/>
                  </a:lnTo>
                  <a:lnTo>
                    <a:pt x="331676" y="152743"/>
                  </a:lnTo>
                  <a:lnTo>
                    <a:pt x="358407" y="152743"/>
                  </a:lnTo>
                  <a:lnTo>
                    <a:pt x="328791" y="171473"/>
                  </a:lnTo>
                  <a:lnTo>
                    <a:pt x="328497" y="171694"/>
                  </a:lnTo>
                  <a:lnTo>
                    <a:pt x="328184" y="171892"/>
                  </a:lnTo>
                  <a:lnTo>
                    <a:pt x="327856" y="172064"/>
                  </a:lnTo>
                  <a:lnTo>
                    <a:pt x="246735" y="223369"/>
                  </a:lnTo>
                  <a:lnTo>
                    <a:pt x="260101" y="231822"/>
                  </a:lnTo>
                  <a:lnTo>
                    <a:pt x="233368" y="231822"/>
                  </a:lnTo>
                  <a:lnTo>
                    <a:pt x="231701" y="232876"/>
                  </a:lnTo>
                  <a:close/>
                </a:path>
                <a:path extrusionOk="0" h="340995" w="398145">
                  <a:moveTo>
                    <a:pt x="80333" y="152743"/>
                  </a:moveTo>
                  <a:lnTo>
                    <a:pt x="66001" y="152743"/>
                  </a:lnTo>
                  <a:lnTo>
                    <a:pt x="66001" y="94967"/>
                  </a:lnTo>
                  <a:lnTo>
                    <a:pt x="80333" y="94967"/>
                  </a:lnTo>
                  <a:lnTo>
                    <a:pt x="80333" y="152743"/>
                  </a:lnTo>
                  <a:close/>
                </a:path>
                <a:path extrusionOk="0" h="340995" w="398145">
                  <a:moveTo>
                    <a:pt x="358407" y="152743"/>
                  </a:moveTo>
                  <a:lnTo>
                    <a:pt x="331676" y="152743"/>
                  </a:lnTo>
                  <a:lnTo>
                    <a:pt x="377130" y="123995"/>
                  </a:lnTo>
                  <a:lnTo>
                    <a:pt x="374613" y="122123"/>
                  </a:lnTo>
                  <a:lnTo>
                    <a:pt x="331676" y="94967"/>
                  </a:lnTo>
                  <a:lnTo>
                    <a:pt x="358288" y="94967"/>
                  </a:lnTo>
                  <a:lnTo>
                    <a:pt x="390880" y="117646"/>
                  </a:lnTo>
                  <a:lnTo>
                    <a:pt x="397677" y="132235"/>
                  </a:lnTo>
                  <a:lnTo>
                    <a:pt x="397677" y="136988"/>
                  </a:lnTo>
                  <a:lnTo>
                    <a:pt x="383321" y="136988"/>
                  </a:lnTo>
                  <a:lnTo>
                    <a:pt x="358407" y="152743"/>
                  </a:lnTo>
                  <a:close/>
                </a:path>
                <a:path extrusionOk="0" h="340995" w="398145">
                  <a:moveTo>
                    <a:pt x="41218" y="309668"/>
                  </a:moveTo>
                  <a:lnTo>
                    <a:pt x="14478" y="309668"/>
                  </a:lnTo>
                  <a:lnTo>
                    <a:pt x="150942" y="223369"/>
                  </a:lnTo>
                  <a:lnTo>
                    <a:pt x="14356" y="136988"/>
                  </a:lnTo>
                  <a:lnTo>
                    <a:pt x="41089" y="136988"/>
                  </a:lnTo>
                  <a:lnTo>
                    <a:pt x="66001" y="152743"/>
                  </a:lnTo>
                  <a:lnTo>
                    <a:pt x="80333" y="152743"/>
                  </a:lnTo>
                  <a:lnTo>
                    <a:pt x="80333" y="161805"/>
                  </a:lnTo>
                  <a:lnTo>
                    <a:pt x="190895" y="231730"/>
                  </a:lnTo>
                  <a:lnTo>
                    <a:pt x="191214" y="231822"/>
                  </a:lnTo>
                  <a:lnTo>
                    <a:pt x="164309" y="231822"/>
                  </a:lnTo>
                  <a:lnTo>
                    <a:pt x="41218" y="309668"/>
                  </a:lnTo>
                  <a:close/>
                </a:path>
                <a:path extrusionOk="0" h="340995" w="398145">
                  <a:moveTo>
                    <a:pt x="397677" y="309672"/>
                  </a:moveTo>
                  <a:lnTo>
                    <a:pt x="383199" y="309672"/>
                  </a:lnTo>
                  <a:lnTo>
                    <a:pt x="383321" y="136988"/>
                  </a:lnTo>
                  <a:lnTo>
                    <a:pt x="397677" y="136988"/>
                  </a:lnTo>
                  <a:lnTo>
                    <a:pt x="397677" y="309672"/>
                  </a:lnTo>
                  <a:close/>
                </a:path>
                <a:path extrusionOk="0" h="340995" w="398145">
                  <a:moveTo>
                    <a:pt x="205440" y="247208"/>
                  </a:moveTo>
                  <a:lnTo>
                    <a:pt x="192237" y="247208"/>
                  </a:lnTo>
                  <a:lnTo>
                    <a:pt x="185644" y="245315"/>
                  </a:lnTo>
                  <a:lnTo>
                    <a:pt x="164309" y="231822"/>
                  </a:lnTo>
                  <a:lnTo>
                    <a:pt x="191214" y="231822"/>
                  </a:lnTo>
                  <a:lnTo>
                    <a:pt x="194874" y="232876"/>
                  </a:lnTo>
                  <a:lnTo>
                    <a:pt x="231701" y="232876"/>
                  </a:lnTo>
                  <a:lnTo>
                    <a:pt x="212035" y="245315"/>
                  </a:lnTo>
                  <a:lnTo>
                    <a:pt x="205440" y="247208"/>
                  </a:lnTo>
                  <a:close/>
                </a:path>
                <a:path extrusionOk="0" h="340995" w="398145">
                  <a:moveTo>
                    <a:pt x="392566" y="326119"/>
                  </a:moveTo>
                  <a:lnTo>
                    <a:pt x="32898" y="326119"/>
                  </a:lnTo>
                  <a:lnTo>
                    <a:pt x="366214" y="326046"/>
                  </a:lnTo>
                  <a:lnTo>
                    <a:pt x="370074" y="325651"/>
                  </a:lnTo>
                  <a:lnTo>
                    <a:pt x="373397" y="324245"/>
                  </a:lnTo>
                  <a:lnTo>
                    <a:pt x="376124" y="322104"/>
                  </a:lnTo>
                  <a:lnTo>
                    <a:pt x="233368" y="231822"/>
                  </a:lnTo>
                  <a:lnTo>
                    <a:pt x="260101" y="231822"/>
                  </a:lnTo>
                  <a:lnTo>
                    <a:pt x="383199" y="309672"/>
                  </a:lnTo>
                  <a:lnTo>
                    <a:pt x="397677" y="309672"/>
                  </a:lnTo>
                  <a:lnTo>
                    <a:pt x="397677" y="316442"/>
                  </a:lnTo>
                  <a:lnTo>
                    <a:pt x="393956" y="324729"/>
                  </a:lnTo>
                  <a:lnTo>
                    <a:pt x="392566" y="326119"/>
                  </a:lnTo>
                  <a:close/>
                </a:path>
              </a:pathLst>
            </a:custGeom>
            <a:solidFill>
              <a:srgbClr val="FFFFFF"/>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7" name="Google Shape;67;p4"/>
            <p:cNvPicPr preferRelativeResize="0"/>
            <p:nvPr/>
          </p:nvPicPr>
          <p:blipFill rotWithShape="1">
            <a:blip r:embed="rId9">
              <a:alphaModFix/>
            </a:blip>
            <a:srcRect b="0" l="0" r="0" t="0"/>
            <a:stretch/>
          </p:blipFill>
          <p:spPr>
            <a:xfrm>
              <a:off x="12709995" y="8384673"/>
              <a:ext cx="107909" cy="107806"/>
            </a:xfrm>
            <a:prstGeom prst="rect">
              <a:avLst/>
            </a:prstGeom>
            <a:noFill/>
            <a:ln cap="flat" cmpd="sng" w="9525">
              <a:solidFill>
                <a:srgbClr val="00B0F0"/>
              </a:solidFill>
              <a:prstDash val="solid"/>
              <a:round/>
              <a:headEnd len="sm" w="sm" type="none"/>
              <a:tailEnd len="sm" w="sm" type="none"/>
            </a:ln>
          </p:spPr>
        </p:pic>
        <p:sp>
          <p:nvSpPr>
            <p:cNvPr id="68" name="Google Shape;68;p4"/>
            <p:cNvSpPr/>
            <p:nvPr/>
          </p:nvSpPr>
          <p:spPr>
            <a:xfrm>
              <a:off x="12565105" y="8957035"/>
              <a:ext cx="398145" cy="398145"/>
            </a:xfrm>
            <a:custGeom>
              <a:rect b="b" l="l" r="r" t="t"/>
              <a:pathLst>
                <a:path extrusionOk="0" h="398145" w="398145">
                  <a:moveTo>
                    <a:pt x="198901" y="397802"/>
                  </a:moveTo>
                  <a:lnTo>
                    <a:pt x="158809" y="393760"/>
                  </a:lnTo>
                  <a:lnTo>
                    <a:pt x="121471" y="382169"/>
                  </a:lnTo>
                  <a:lnTo>
                    <a:pt x="87689" y="363827"/>
                  </a:lnTo>
                  <a:lnTo>
                    <a:pt x="58267" y="339535"/>
                  </a:lnTo>
                  <a:lnTo>
                    <a:pt x="33975" y="310094"/>
                  </a:lnTo>
                  <a:lnTo>
                    <a:pt x="15633" y="276305"/>
                  </a:lnTo>
                  <a:lnTo>
                    <a:pt x="4041" y="238973"/>
                  </a:lnTo>
                  <a:lnTo>
                    <a:pt x="0" y="198901"/>
                  </a:lnTo>
                  <a:lnTo>
                    <a:pt x="4041" y="158809"/>
                  </a:lnTo>
                  <a:lnTo>
                    <a:pt x="15633" y="121471"/>
                  </a:lnTo>
                  <a:lnTo>
                    <a:pt x="33975" y="87689"/>
                  </a:lnTo>
                  <a:lnTo>
                    <a:pt x="58267" y="58267"/>
                  </a:lnTo>
                  <a:lnTo>
                    <a:pt x="87689" y="33975"/>
                  </a:lnTo>
                  <a:lnTo>
                    <a:pt x="121471" y="15633"/>
                  </a:lnTo>
                  <a:lnTo>
                    <a:pt x="158809" y="4041"/>
                  </a:lnTo>
                  <a:lnTo>
                    <a:pt x="198901" y="0"/>
                  </a:lnTo>
                  <a:lnTo>
                    <a:pt x="238987" y="4041"/>
                  </a:lnTo>
                  <a:lnTo>
                    <a:pt x="262792" y="11433"/>
                  </a:lnTo>
                  <a:lnTo>
                    <a:pt x="198901" y="11433"/>
                  </a:lnTo>
                  <a:lnTo>
                    <a:pt x="161120" y="15244"/>
                  </a:lnTo>
                  <a:lnTo>
                    <a:pt x="94083" y="43453"/>
                  </a:lnTo>
                  <a:lnTo>
                    <a:pt x="43453" y="94083"/>
                  </a:lnTo>
                  <a:lnTo>
                    <a:pt x="15244" y="161120"/>
                  </a:lnTo>
                  <a:lnTo>
                    <a:pt x="11433" y="198901"/>
                  </a:lnTo>
                  <a:lnTo>
                    <a:pt x="15244" y="236681"/>
                  </a:lnTo>
                  <a:lnTo>
                    <a:pt x="43453" y="303704"/>
                  </a:lnTo>
                  <a:lnTo>
                    <a:pt x="94083" y="354329"/>
                  </a:lnTo>
                  <a:lnTo>
                    <a:pt x="161120" y="382529"/>
                  </a:lnTo>
                  <a:lnTo>
                    <a:pt x="198901" y="386335"/>
                  </a:lnTo>
                  <a:lnTo>
                    <a:pt x="262899" y="386335"/>
                  </a:lnTo>
                  <a:lnTo>
                    <a:pt x="238987" y="393760"/>
                  </a:lnTo>
                  <a:lnTo>
                    <a:pt x="198901" y="397802"/>
                  </a:lnTo>
                  <a:close/>
                </a:path>
                <a:path extrusionOk="0" h="398145" w="398145">
                  <a:moveTo>
                    <a:pt x="262899" y="386335"/>
                  </a:moveTo>
                  <a:lnTo>
                    <a:pt x="198901" y="386335"/>
                  </a:lnTo>
                  <a:lnTo>
                    <a:pt x="236681" y="382529"/>
                  </a:lnTo>
                  <a:lnTo>
                    <a:pt x="271868" y="371610"/>
                  </a:lnTo>
                  <a:lnTo>
                    <a:pt x="331435" y="331435"/>
                  </a:lnTo>
                  <a:lnTo>
                    <a:pt x="371610" y="271868"/>
                  </a:lnTo>
                  <a:lnTo>
                    <a:pt x="386335" y="198901"/>
                  </a:lnTo>
                  <a:lnTo>
                    <a:pt x="382529" y="161120"/>
                  </a:lnTo>
                  <a:lnTo>
                    <a:pt x="354329" y="94083"/>
                  </a:lnTo>
                  <a:lnTo>
                    <a:pt x="303704" y="43453"/>
                  </a:lnTo>
                  <a:lnTo>
                    <a:pt x="236681" y="15244"/>
                  </a:lnTo>
                  <a:lnTo>
                    <a:pt x="198901" y="11433"/>
                  </a:lnTo>
                  <a:lnTo>
                    <a:pt x="262792" y="11433"/>
                  </a:lnTo>
                  <a:lnTo>
                    <a:pt x="310098" y="33975"/>
                  </a:lnTo>
                  <a:lnTo>
                    <a:pt x="339535" y="58267"/>
                  </a:lnTo>
                  <a:lnTo>
                    <a:pt x="363827" y="87689"/>
                  </a:lnTo>
                  <a:lnTo>
                    <a:pt x="382169" y="121471"/>
                  </a:lnTo>
                  <a:lnTo>
                    <a:pt x="393760" y="158809"/>
                  </a:lnTo>
                  <a:lnTo>
                    <a:pt x="397802" y="198901"/>
                  </a:lnTo>
                  <a:lnTo>
                    <a:pt x="393760" y="238973"/>
                  </a:lnTo>
                  <a:lnTo>
                    <a:pt x="382169" y="276305"/>
                  </a:lnTo>
                  <a:lnTo>
                    <a:pt x="363827" y="310094"/>
                  </a:lnTo>
                  <a:lnTo>
                    <a:pt x="339535" y="339535"/>
                  </a:lnTo>
                  <a:lnTo>
                    <a:pt x="310098" y="363827"/>
                  </a:lnTo>
                  <a:lnTo>
                    <a:pt x="276318" y="382169"/>
                  </a:lnTo>
                  <a:lnTo>
                    <a:pt x="262899" y="386335"/>
                  </a:lnTo>
                  <a:close/>
                </a:path>
              </a:pathLst>
            </a:custGeom>
            <a:solidFill>
              <a:srgbClr val="FFFFFF"/>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9" name="Google Shape;69;p4"/>
            <p:cNvPicPr preferRelativeResize="0"/>
            <p:nvPr/>
          </p:nvPicPr>
          <p:blipFill rotWithShape="1">
            <a:blip r:embed="rId10">
              <a:alphaModFix/>
            </a:blip>
            <a:srcRect b="0" l="0" r="0" t="0"/>
            <a:stretch/>
          </p:blipFill>
          <p:spPr>
            <a:xfrm>
              <a:off x="12653660" y="9045036"/>
              <a:ext cx="221183" cy="221239"/>
            </a:xfrm>
            <a:prstGeom prst="rect">
              <a:avLst/>
            </a:prstGeom>
            <a:noFill/>
            <a:ln cap="flat" cmpd="sng" w="9525">
              <a:solidFill>
                <a:srgbClr val="00B0F0"/>
              </a:solidFill>
              <a:prstDash val="solid"/>
              <a:round/>
              <a:headEnd len="sm" w="sm" type="none"/>
              <a:tailEnd len="sm" w="sm" type="none"/>
            </a:ln>
          </p:spPr>
        </p:pic>
        <p:sp>
          <p:nvSpPr>
            <p:cNvPr id="70" name="Google Shape;70;p4"/>
            <p:cNvSpPr/>
            <p:nvPr/>
          </p:nvSpPr>
          <p:spPr>
            <a:xfrm>
              <a:off x="12565099" y="7552561"/>
              <a:ext cx="462915" cy="480059"/>
            </a:xfrm>
            <a:custGeom>
              <a:rect b="b" l="l" r="r" t="t"/>
              <a:pathLst>
                <a:path extrusionOk="0" h="480059" w="462915">
                  <a:moveTo>
                    <a:pt x="231279" y="480006"/>
                  </a:moveTo>
                  <a:lnTo>
                    <a:pt x="174240" y="477645"/>
                  </a:lnTo>
                  <a:lnTo>
                    <a:pt x="120236" y="470607"/>
                  </a:lnTo>
                  <a:lnTo>
                    <a:pt x="72539" y="458963"/>
                  </a:lnTo>
                  <a:lnTo>
                    <a:pt x="34420" y="442782"/>
                  </a:lnTo>
                  <a:lnTo>
                    <a:pt x="0" y="397095"/>
                  </a:lnTo>
                  <a:lnTo>
                    <a:pt x="12504" y="368133"/>
                  </a:lnTo>
                  <a:lnTo>
                    <a:pt x="46490" y="345256"/>
                  </a:lnTo>
                  <a:lnTo>
                    <a:pt x="96563" y="328594"/>
                  </a:lnTo>
                  <a:lnTo>
                    <a:pt x="157514" y="318221"/>
                  </a:lnTo>
                  <a:lnTo>
                    <a:pt x="105663" y="247167"/>
                  </a:lnTo>
                  <a:lnTo>
                    <a:pt x="85483" y="209591"/>
                  </a:lnTo>
                  <a:lnTo>
                    <a:pt x="76274" y="167945"/>
                  </a:lnTo>
                  <a:lnTo>
                    <a:pt x="75866" y="160819"/>
                  </a:lnTo>
                  <a:lnTo>
                    <a:pt x="75911" y="150048"/>
                  </a:lnTo>
                  <a:lnTo>
                    <a:pt x="82192" y="111315"/>
                  </a:lnTo>
                  <a:lnTo>
                    <a:pt x="99686" y="72648"/>
                  </a:lnTo>
                  <a:lnTo>
                    <a:pt x="127148" y="40013"/>
                  </a:lnTo>
                  <a:lnTo>
                    <a:pt x="162442" y="16065"/>
                  </a:lnTo>
                  <a:lnTo>
                    <a:pt x="202915" y="2608"/>
                  </a:lnTo>
                  <a:lnTo>
                    <a:pt x="231281" y="0"/>
                  </a:lnTo>
                  <a:lnTo>
                    <a:pt x="238417" y="163"/>
                  </a:lnTo>
                  <a:lnTo>
                    <a:pt x="280339" y="7940"/>
                  </a:lnTo>
                  <a:lnTo>
                    <a:pt x="317589" y="26176"/>
                  </a:lnTo>
                  <a:lnTo>
                    <a:pt x="223349" y="26176"/>
                  </a:lnTo>
                  <a:lnTo>
                    <a:pt x="215486" y="26899"/>
                  </a:lnTo>
                  <a:lnTo>
                    <a:pt x="177490" y="37626"/>
                  </a:lnTo>
                  <a:lnTo>
                    <a:pt x="138788" y="64764"/>
                  </a:lnTo>
                  <a:lnTo>
                    <a:pt x="112396" y="103978"/>
                  </a:lnTo>
                  <a:lnTo>
                    <a:pt x="101827" y="150048"/>
                  </a:lnTo>
                  <a:lnTo>
                    <a:pt x="101735" y="157944"/>
                  </a:lnTo>
                  <a:lnTo>
                    <a:pt x="103004" y="173753"/>
                  </a:lnTo>
                  <a:lnTo>
                    <a:pt x="118088" y="218549"/>
                  </a:lnTo>
                  <a:lnTo>
                    <a:pt x="207864" y="342802"/>
                  </a:lnTo>
                  <a:lnTo>
                    <a:pt x="175450" y="342802"/>
                  </a:lnTo>
                  <a:lnTo>
                    <a:pt x="113084" y="351935"/>
                  </a:lnTo>
                  <a:lnTo>
                    <a:pt x="66111" y="365659"/>
                  </a:lnTo>
                  <a:lnTo>
                    <a:pt x="36491" y="381529"/>
                  </a:lnTo>
                  <a:lnTo>
                    <a:pt x="26182" y="397095"/>
                  </a:lnTo>
                  <a:lnTo>
                    <a:pt x="35493" y="411877"/>
                  </a:lnTo>
                  <a:lnTo>
                    <a:pt x="62319" y="427056"/>
                  </a:lnTo>
                  <a:lnTo>
                    <a:pt x="104999" y="440517"/>
                  </a:lnTo>
                  <a:lnTo>
                    <a:pt x="161872" y="450144"/>
                  </a:lnTo>
                  <a:lnTo>
                    <a:pt x="231279" y="453824"/>
                  </a:lnTo>
                  <a:lnTo>
                    <a:pt x="402125" y="453824"/>
                  </a:lnTo>
                  <a:lnTo>
                    <a:pt x="390018" y="458963"/>
                  </a:lnTo>
                  <a:lnTo>
                    <a:pt x="342321" y="470607"/>
                  </a:lnTo>
                  <a:lnTo>
                    <a:pt x="288318" y="477645"/>
                  </a:lnTo>
                  <a:lnTo>
                    <a:pt x="231279" y="480006"/>
                  </a:lnTo>
                  <a:close/>
                </a:path>
                <a:path extrusionOk="0" h="480059" w="462915">
                  <a:moveTo>
                    <a:pt x="263693" y="374888"/>
                  </a:moveTo>
                  <a:lnTo>
                    <a:pt x="231279" y="374888"/>
                  </a:lnTo>
                  <a:lnTo>
                    <a:pt x="340419" y="225326"/>
                  </a:lnTo>
                  <a:lnTo>
                    <a:pt x="344469" y="218549"/>
                  </a:lnTo>
                  <a:lnTo>
                    <a:pt x="358203" y="181533"/>
                  </a:lnTo>
                  <a:lnTo>
                    <a:pt x="360822" y="157944"/>
                  </a:lnTo>
                  <a:lnTo>
                    <a:pt x="360730" y="150048"/>
                  </a:lnTo>
                  <a:lnTo>
                    <a:pt x="353078" y="111315"/>
                  </a:lnTo>
                  <a:lnTo>
                    <a:pt x="329124" y="70566"/>
                  </a:lnTo>
                  <a:lnTo>
                    <a:pt x="292148" y="41122"/>
                  </a:lnTo>
                  <a:lnTo>
                    <a:pt x="247072" y="26899"/>
                  </a:lnTo>
                  <a:lnTo>
                    <a:pt x="239208" y="26176"/>
                  </a:lnTo>
                  <a:lnTo>
                    <a:pt x="317589" y="26176"/>
                  </a:lnTo>
                  <a:lnTo>
                    <a:pt x="350264" y="55379"/>
                  </a:lnTo>
                  <a:lnTo>
                    <a:pt x="372997" y="91485"/>
                  </a:lnTo>
                  <a:lnTo>
                    <a:pt x="385058" y="132381"/>
                  </a:lnTo>
                  <a:lnTo>
                    <a:pt x="386696" y="160819"/>
                  </a:lnTo>
                  <a:lnTo>
                    <a:pt x="386288" y="167945"/>
                  </a:lnTo>
                  <a:lnTo>
                    <a:pt x="377078" y="209591"/>
                  </a:lnTo>
                  <a:lnTo>
                    <a:pt x="356899" y="247167"/>
                  </a:lnTo>
                  <a:lnTo>
                    <a:pt x="305061" y="318201"/>
                  </a:lnTo>
                  <a:lnTo>
                    <a:pt x="366067" y="328594"/>
                  </a:lnTo>
                  <a:lnTo>
                    <a:pt x="408740" y="342801"/>
                  </a:lnTo>
                  <a:lnTo>
                    <a:pt x="287108" y="342802"/>
                  </a:lnTo>
                  <a:lnTo>
                    <a:pt x="263693" y="374888"/>
                  </a:lnTo>
                  <a:close/>
                </a:path>
                <a:path extrusionOk="0" h="480059" w="462915">
                  <a:moveTo>
                    <a:pt x="402125" y="453824"/>
                  </a:moveTo>
                  <a:lnTo>
                    <a:pt x="231279" y="453824"/>
                  </a:lnTo>
                  <a:lnTo>
                    <a:pt x="300684" y="450144"/>
                  </a:lnTo>
                  <a:lnTo>
                    <a:pt x="357558" y="440517"/>
                  </a:lnTo>
                  <a:lnTo>
                    <a:pt x="400238" y="427056"/>
                  </a:lnTo>
                  <a:lnTo>
                    <a:pt x="427064" y="411877"/>
                  </a:lnTo>
                  <a:lnTo>
                    <a:pt x="436375" y="397095"/>
                  </a:lnTo>
                  <a:lnTo>
                    <a:pt x="426069" y="381527"/>
                  </a:lnTo>
                  <a:lnTo>
                    <a:pt x="396453" y="365655"/>
                  </a:lnTo>
                  <a:lnTo>
                    <a:pt x="349482" y="351930"/>
                  </a:lnTo>
                  <a:lnTo>
                    <a:pt x="287108" y="342801"/>
                  </a:lnTo>
                  <a:lnTo>
                    <a:pt x="408743" y="342802"/>
                  </a:lnTo>
                  <a:lnTo>
                    <a:pt x="416131" y="345268"/>
                  </a:lnTo>
                  <a:lnTo>
                    <a:pt x="450064" y="368137"/>
                  </a:lnTo>
                  <a:lnTo>
                    <a:pt x="462558" y="397095"/>
                  </a:lnTo>
                  <a:lnTo>
                    <a:pt x="453407" y="422136"/>
                  </a:lnTo>
                  <a:lnTo>
                    <a:pt x="428137" y="442782"/>
                  </a:lnTo>
                  <a:lnTo>
                    <a:pt x="402125" y="453824"/>
                  </a:lnTo>
                  <a:close/>
                </a:path>
                <a:path extrusionOk="0" h="480059" w="462915">
                  <a:moveTo>
                    <a:pt x="233369" y="410186"/>
                  </a:moveTo>
                  <a:lnTo>
                    <a:pt x="229188" y="410186"/>
                  </a:lnTo>
                  <a:lnTo>
                    <a:pt x="227210" y="409712"/>
                  </a:lnTo>
                  <a:lnTo>
                    <a:pt x="223482" y="407818"/>
                  </a:lnTo>
                  <a:lnTo>
                    <a:pt x="221934" y="406501"/>
                  </a:lnTo>
                  <a:lnTo>
                    <a:pt x="175450" y="342802"/>
                  </a:lnTo>
                  <a:lnTo>
                    <a:pt x="207864" y="342802"/>
                  </a:lnTo>
                  <a:lnTo>
                    <a:pt x="231279" y="374888"/>
                  </a:lnTo>
                  <a:lnTo>
                    <a:pt x="263693" y="374888"/>
                  </a:lnTo>
                  <a:lnTo>
                    <a:pt x="240623" y="406501"/>
                  </a:lnTo>
                  <a:lnTo>
                    <a:pt x="239075" y="407818"/>
                  </a:lnTo>
                  <a:lnTo>
                    <a:pt x="235347" y="409712"/>
                  </a:lnTo>
                  <a:lnTo>
                    <a:pt x="233369" y="410186"/>
                  </a:lnTo>
                  <a:close/>
                </a:path>
              </a:pathLst>
            </a:custGeom>
            <a:solidFill>
              <a:srgbClr val="FFFFFF"/>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1" name="Google Shape;71;p4"/>
            <p:cNvPicPr preferRelativeResize="0"/>
            <p:nvPr/>
          </p:nvPicPr>
          <p:blipFill rotWithShape="1">
            <a:blip r:embed="rId11">
              <a:alphaModFix/>
            </a:blip>
            <a:srcRect b="0" l="0" r="0" t="0"/>
            <a:stretch/>
          </p:blipFill>
          <p:spPr>
            <a:xfrm>
              <a:off x="12720077" y="7631759"/>
              <a:ext cx="152606" cy="152606"/>
            </a:xfrm>
            <a:prstGeom prst="rect">
              <a:avLst/>
            </a:prstGeom>
            <a:noFill/>
            <a:ln cap="flat" cmpd="sng" w="9525">
              <a:solidFill>
                <a:srgbClr val="00B0F0"/>
              </a:solidFill>
              <a:prstDash val="solid"/>
              <a:round/>
              <a:headEnd len="sm" w="sm" type="none"/>
              <a:tailEnd len="sm" w="sm" type="none"/>
            </a:ln>
          </p:spPr>
        </p:pic>
        <p:sp>
          <p:nvSpPr>
            <p:cNvPr id="72" name="Google Shape;72;p4"/>
            <p:cNvSpPr/>
            <p:nvPr/>
          </p:nvSpPr>
          <p:spPr>
            <a:xfrm>
              <a:off x="6765835" y="6568325"/>
              <a:ext cx="542925" cy="542925"/>
            </a:xfrm>
            <a:custGeom>
              <a:rect b="b" l="l" r="r" t="t"/>
              <a:pathLst>
                <a:path extrusionOk="0" h="542925" w="542925">
                  <a:moveTo>
                    <a:pt x="271462" y="542924"/>
                  </a:moveTo>
                  <a:lnTo>
                    <a:pt x="231630" y="539986"/>
                  </a:lnTo>
                  <a:lnTo>
                    <a:pt x="192660" y="531235"/>
                  </a:lnTo>
                  <a:lnTo>
                    <a:pt x="155397" y="516861"/>
                  </a:lnTo>
                  <a:lnTo>
                    <a:pt x="120645" y="497174"/>
                  </a:lnTo>
                  <a:lnTo>
                    <a:pt x="89158" y="472602"/>
                  </a:lnTo>
                  <a:lnTo>
                    <a:pt x="61619" y="443676"/>
                  </a:lnTo>
                  <a:lnTo>
                    <a:pt x="38621" y="411021"/>
                  </a:lnTo>
                  <a:lnTo>
                    <a:pt x="20663" y="375346"/>
                  </a:lnTo>
                  <a:lnTo>
                    <a:pt x="8135" y="337422"/>
                  </a:lnTo>
                  <a:lnTo>
                    <a:pt x="1307" y="298069"/>
                  </a:lnTo>
                  <a:lnTo>
                    <a:pt x="0" y="271462"/>
                  </a:lnTo>
                  <a:lnTo>
                    <a:pt x="326" y="258142"/>
                  </a:lnTo>
                  <a:lnTo>
                    <a:pt x="5216" y="218502"/>
                  </a:lnTo>
                  <a:lnTo>
                    <a:pt x="15868" y="180009"/>
                  </a:lnTo>
                  <a:lnTo>
                    <a:pt x="32053" y="143496"/>
                  </a:lnTo>
                  <a:lnTo>
                    <a:pt x="53421" y="109752"/>
                  </a:lnTo>
                  <a:lnTo>
                    <a:pt x="79509" y="79509"/>
                  </a:lnTo>
                  <a:lnTo>
                    <a:pt x="109752" y="53421"/>
                  </a:lnTo>
                  <a:lnTo>
                    <a:pt x="143496" y="32053"/>
                  </a:lnTo>
                  <a:lnTo>
                    <a:pt x="180009" y="15868"/>
                  </a:lnTo>
                  <a:lnTo>
                    <a:pt x="218502" y="5216"/>
                  </a:lnTo>
                  <a:lnTo>
                    <a:pt x="258142" y="326"/>
                  </a:lnTo>
                  <a:lnTo>
                    <a:pt x="271462" y="0"/>
                  </a:lnTo>
                  <a:lnTo>
                    <a:pt x="284782" y="326"/>
                  </a:lnTo>
                  <a:lnTo>
                    <a:pt x="324421" y="5216"/>
                  </a:lnTo>
                  <a:lnTo>
                    <a:pt x="362915" y="15868"/>
                  </a:lnTo>
                  <a:lnTo>
                    <a:pt x="399428" y="32053"/>
                  </a:lnTo>
                  <a:lnTo>
                    <a:pt x="433171" y="53421"/>
                  </a:lnTo>
                  <a:lnTo>
                    <a:pt x="463414" y="79509"/>
                  </a:lnTo>
                  <a:lnTo>
                    <a:pt x="489503" y="109752"/>
                  </a:lnTo>
                  <a:lnTo>
                    <a:pt x="510870" y="143496"/>
                  </a:lnTo>
                  <a:lnTo>
                    <a:pt x="527056" y="180009"/>
                  </a:lnTo>
                  <a:lnTo>
                    <a:pt x="537708" y="218502"/>
                  </a:lnTo>
                  <a:lnTo>
                    <a:pt x="542597" y="258142"/>
                  </a:lnTo>
                  <a:lnTo>
                    <a:pt x="542924" y="271462"/>
                  </a:lnTo>
                  <a:lnTo>
                    <a:pt x="542597" y="284782"/>
                  </a:lnTo>
                  <a:lnTo>
                    <a:pt x="537708" y="324421"/>
                  </a:lnTo>
                  <a:lnTo>
                    <a:pt x="527056" y="362915"/>
                  </a:lnTo>
                  <a:lnTo>
                    <a:pt x="510870" y="399428"/>
                  </a:lnTo>
                  <a:lnTo>
                    <a:pt x="489503" y="433171"/>
                  </a:lnTo>
                  <a:lnTo>
                    <a:pt x="463414" y="463414"/>
                  </a:lnTo>
                  <a:lnTo>
                    <a:pt x="433171" y="489503"/>
                  </a:lnTo>
                  <a:lnTo>
                    <a:pt x="399428" y="510870"/>
                  </a:lnTo>
                  <a:lnTo>
                    <a:pt x="362915" y="527056"/>
                  </a:lnTo>
                  <a:lnTo>
                    <a:pt x="324421" y="537708"/>
                  </a:lnTo>
                  <a:lnTo>
                    <a:pt x="284782" y="542597"/>
                  </a:lnTo>
                  <a:lnTo>
                    <a:pt x="271462" y="542924"/>
                  </a:lnTo>
                  <a:close/>
                </a:path>
              </a:pathLst>
            </a:custGeom>
            <a:solidFill>
              <a:srgbClr val="D32E2E"/>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3" name="Google Shape;73;p4"/>
            <p:cNvPicPr preferRelativeResize="0"/>
            <p:nvPr/>
          </p:nvPicPr>
          <p:blipFill rotWithShape="1">
            <a:blip r:embed="rId12">
              <a:alphaModFix/>
            </a:blip>
            <a:srcRect b="0" l="0" r="0" t="0"/>
            <a:stretch/>
          </p:blipFill>
          <p:spPr>
            <a:xfrm>
              <a:off x="6928713" y="6733754"/>
              <a:ext cx="217169" cy="206569"/>
            </a:xfrm>
            <a:prstGeom prst="rect">
              <a:avLst/>
            </a:prstGeom>
            <a:noFill/>
            <a:ln cap="flat" cmpd="sng" w="9525">
              <a:solidFill>
                <a:srgbClr val="00B0F0"/>
              </a:solidFill>
              <a:prstDash val="solid"/>
              <a:round/>
              <a:headEnd len="sm" w="sm" type="none"/>
              <a:tailEnd len="sm" w="sm" type="none"/>
            </a:ln>
          </p:spPr>
        </p:pic>
        <p:sp>
          <p:nvSpPr>
            <p:cNvPr id="74" name="Google Shape;74;p4"/>
            <p:cNvSpPr/>
            <p:nvPr/>
          </p:nvSpPr>
          <p:spPr>
            <a:xfrm>
              <a:off x="11720383" y="6513209"/>
              <a:ext cx="647700" cy="647700"/>
            </a:xfrm>
            <a:custGeom>
              <a:rect b="b" l="l" r="r" t="t"/>
              <a:pathLst>
                <a:path extrusionOk="0" h="647700" w="647700">
                  <a:moveTo>
                    <a:pt x="323850" y="647700"/>
                  </a:moveTo>
                  <a:lnTo>
                    <a:pt x="275992" y="644188"/>
                  </a:lnTo>
                  <a:lnTo>
                    <a:pt x="230316" y="633989"/>
                  </a:lnTo>
                  <a:lnTo>
                    <a:pt x="187320" y="617601"/>
                  </a:lnTo>
                  <a:lnTo>
                    <a:pt x="147508" y="595527"/>
                  </a:lnTo>
                  <a:lnTo>
                    <a:pt x="111378" y="568266"/>
                  </a:lnTo>
                  <a:lnTo>
                    <a:pt x="79433" y="536321"/>
                  </a:lnTo>
                  <a:lnTo>
                    <a:pt x="52172" y="500192"/>
                  </a:lnTo>
                  <a:lnTo>
                    <a:pt x="30098" y="460379"/>
                  </a:lnTo>
                  <a:lnTo>
                    <a:pt x="13711" y="417384"/>
                  </a:lnTo>
                  <a:lnTo>
                    <a:pt x="3511" y="371707"/>
                  </a:lnTo>
                  <a:lnTo>
                    <a:pt x="0" y="323850"/>
                  </a:lnTo>
                  <a:lnTo>
                    <a:pt x="3511" y="275992"/>
                  </a:lnTo>
                  <a:lnTo>
                    <a:pt x="13711" y="230316"/>
                  </a:lnTo>
                  <a:lnTo>
                    <a:pt x="30098" y="187320"/>
                  </a:lnTo>
                  <a:lnTo>
                    <a:pt x="52172" y="147508"/>
                  </a:lnTo>
                  <a:lnTo>
                    <a:pt x="79433" y="111378"/>
                  </a:lnTo>
                  <a:lnTo>
                    <a:pt x="111378" y="79433"/>
                  </a:lnTo>
                  <a:lnTo>
                    <a:pt x="147508" y="52172"/>
                  </a:lnTo>
                  <a:lnTo>
                    <a:pt x="187320" y="30098"/>
                  </a:lnTo>
                  <a:lnTo>
                    <a:pt x="230316" y="13711"/>
                  </a:lnTo>
                  <a:lnTo>
                    <a:pt x="275992" y="3511"/>
                  </a:lnTo>
                  <a:lnTo>
                    <a:pt x="323850" y="0"/>
                  </a:lnTo>
                  <a:lnTo>
                    <a:pt x="371707" y="3511"/>
                  </a:lnTo>
                  <a:lnTo>
                    <a:pt x="417384" y="13711"/>
                  </a:lnTo>
                  <a:lnTo>
                    <a:pt x="460379" y="30098"/>
                  </a:lnTo>
                  <a:lnTo>
                    <a:pt x="500192" y="52172"/>
                  </a:lnTo>
                  <a:lnTo>
                    <a:pt x="536321" y="79433"/>
                  </a:lnTo>
                  <a:lnTo>
                    <a:pt x="568266" y="111378"/>
                  </a:lnTo>
                  <a:lnTo>
                    <a:pt x="595527" y="147508"/>
                  </a:lnTo>
                  <a:lnTo>
                    <a:pt x="617601" y="187320"/>
                  </a:lnTo>
                  <a:lnTo>
                    <a:pt x="633989" y="230316"/>
                  </a:lnTo>
                  <a:lnTo>
                    <a:pt x="644188" y="275992"/>
                  </a:lnTo>
                  <a:lnTo>
                    <a:pt x="647700" y="323850"/>
                  </a:lnTo>
                  <a:lnTo>
                    <a:pt x="644188" y="371707"/>
                  </a:lnTo>
                  <a:lnTo>
                    <a:pt x="633989" y="417384"/>
                  </a:lnTo>
                  <a:lnTo>
                    <a:pt x="617601" y="460379"/>
                  </a:lnTo>
                  <a:lnTo>
                    <a:pt x="595527" y="500192"/>
                  </a:lnTo>
                  <a:lnTo>
                    <a:pt x="568266" y="536321"/>
                  </a:lnTo>
                  <a:lnTo>
                    <a:pt x="536321" y="568266"/>
                  </a:lnTo>
                  <a:lnTo>
                    <a:pt x="500192" y="595527"/>
                  </a:lnTo>
                  <a:lnTo>
                    <a:pt x="460379" y="617601"/>
                  </a:lnTo>
                  <a:lnTo>
                    <a:pt x="417384" y="633989"/>
                  </a:lnTo>
                  <a:lnTo>
                    <a:pt x="371707" y="644188"/>
                  </a:lnTo>
                  <a:lnTo>
                    <a:pt x="323850" y="647700"/>
                  </a:lnTo>
                  <a:close/>
                </a:path>
              </a:pathLst>
            </a:custGeom>
            <a:solidFill>
              <a:srgbClr val="FFFFFF"/>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4"/>
            <p:cNvSpPr/>
            <p:nvPr/>
          </p:nvSpPr>
          <p:spPr>
            <a:xfrm>
              <a:off x="11882308" y="6675134"/>
              <a:ext cx="323850" cy="323850"/>
            </a:xfrm>
            <a:custGeom>
              <a:rect b="b" l="l" r="r" t="t"/>
              <a:pathLst>
                <a:path extrusionOk="0" h="323850" w="323850">
                  <a:moveTo>
                    <a:pt x="161925" y="323850"/>
                  </a:moveTo>
                  <a:lnTo>
                    <a:pt x="118889" y="318063"/>
                  </a:lnTo>
                  <a:lnTo>
                    <a:pt x="80212" y="301735"/>
                  </a:lnTo>
                  <a:lnTo>
                    <a:pt x="47438" y="276410"/>
                  </a:lnTo>
                  <a:lnTo>
                    <a:pt x="22114" y="243636"/>
                  </a:lnTo>
                  <a:lnTo>
                    <a:pt x="5786" y="204959"/>
                  </a:lnTo>
                  <a:lnTo>
                    <a:pt x="0" y="161925"/>
                  </a:lnTo>
                  <a:lnTo>
                    <a:pt x="5786" y="118889"/>
                  </a:lnTo>
                  <a:lnTo>
                    <a:pt x="22114" y="80212"/>
                  </a:lnTo>
                  <a:lnTo>
                    <a:pt x="47438" y="47438"/>
                  </a:lnTo>
                  <a:lnTo>
                    <a:pt x="80212" y="22114"/>
                  </a:lnTo>
                  <a:lnTo>
                    <a:pt x="118889" y="5786"/>
                  </a:lnTo>
                  <a:lnTo>
                    <a:pt x="161925" y="0"/>
                  </a:lnTo>
                  <a:lnTo>
                    <a:pt x="204959" y="5786"/>
                  </a:lnTo>
                  <a:lnTo>
                    <a:pt x="243636" y="22114"/>
                  </a:lnTo>
                  <a:lnTo>
                    <a:pt x="276410" y="47438"/>
                  </a:lnTo>
                  <a:lnTo>
                    <a:pt x="301735" y="80212"/>
                  </a:lnTo>
                  <a:lnTo>
                    <a:pt x="318063" y="118889"/>
                  </a:lnTo>
                  <a:lnTo>
                    <a:pt x="323850" y="161925"/>
                  </a:lnTo>
                  <a:lnTo>
                    <a:pt x="318063" y="204959"/>
                  </a:lnTo>
                  <a:lnTo>
                    <a:pt x="301735" y="243636"/>
                  </a:lnTo>
                  <a:lnTo>
                    <a:pt x="276410" y="276410"/>
                  </a:lnTo>
                  <a:lnTo>
                    <a:pt x="243636" y="301735"/>
                  </a:lnTo>
                  <a:lnTo>
                    <a:pt x="204959" y="318063"/>
                  </a:lnTo>
                  <a:lnTo>
                    <a:pt x="161925" y="323850"/>
                  </a:lnTo>
                  <a:close/>
                </a:path>
              </a:pathLst>
            </a:custGeom>
            <a:solidFill>
              <a:srgbClr val="E84A34"/>
            </a:solidFill>
            <a:ln cap="flat" cmpd="sng" w="9525">
              <a:solidFill>
                <a:srgbClr val="00B0F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6" name="Google Shape;76;p4"/>
          <p:cNvSpPr txBox="1"/>
          <p:nvPr/>
        </p:nvSpPr>
        <p:spPr>
          <a:xfrm>
            <a:off x="7470684" y="6455998"/>
            <a:ext cx="3578315" cy="90360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2800">
                <a:solidFill>
                  <a:srgbClr val="FFFFFF"/>
                </a:solidFill>
                <a:latin typeface="Arial"/>
                <a:ea typeface="Arial"/>
                <a:cs typeface="Arial"/>
                <a:sym typeface="Arial"/>
              </a:rPr>
              <a:t>株式  </a:t>
            </a:r>
            <a:r>
              <a:rPr b="1" lang="en-US" sz="2500">
                <a:solidFill>
                  <a:srgbClr val="FFFFFF"/>
                </a:solidFill>
                <a:latin typeface="Arial"/>
                <a:ea typeface="Arial"/>
                <a:cs typeface="Arial"/>
                <a:sym typeface="Arial"/>
              </a:rPr>
              <a:t>VIETIS</a:t>
            </a:r>
            <a:endParaRPr sz="2500">
              <a:latin typeface="Arial"/>
              <a:ea typeface="Arial"/>
              <a:cs typeface="Arial"/>
              <a:sym typeface="Arial"/>
            </a:endParaRPr>
          </a:p>
          <a:p>
            <a:pPr indent="0" lvl="0" marL="912494" rtl="0" algn="l">
              <a:lnSpc>
                <a:spcPct val="100000"/>
              </a:lnSpc>
              <a:spcBef>
                <a:spcPts val="165"/>
              </a:spcBef>
              <a:spcAft>
                <a:spcPts val="0"/>
              </a:spcAft>
              <a:buNone/>
            </a:pPr>
            <a:r>
              <a:rPr b="1" lang="en-US" sz="2500">
                <a:solidFill>
                  <a:srgbClr val="FFFFFF"/>
                </a:solidFill>
                <a:latin typeface="Arial"/>
                <a:ea typeface="Arial"/>
                <a:cs typeface="Arial"/>
                <a:sym typeface="Arial"/>
              </a:rPr>
              <a:t>VIETIS Edu</a:t>
            </a:r>
            <a:r>
              <a:rPr lang="en-US" sz="2800">
                <a:solidFill>
                  <a:srgbClr val="FFFFFF"/>
                </a:solidFill>
                <a:latin typeface="Arial"/>
                <a:ea typeface="Arial"/>
                <a:cs typeface="Arial"/>
                <a:sym typeface="Arial"/>
              </a:rPr>
              <a:t>事業</a:t>
            </a:r>
            <a:endParaRPr sz="2800">
              <a:latin typeface="Arial"/>
              <a:ea typeface="Arial"/>
              <a:cs typeface="Arial"/>
              <a:sym typeface="Arial"/>
            </a:endParaRPr>
          </a:p>
        </p:txBody>
      </p:sp>
      <p:sp>
        <p:nvSpPr>
          <p:cNvPr id="77" name="Google Shape;77;p4"/>
          <p:cNvSpPr txBox="1"/>
          <p:nvPr/>
        </p:nvSpPr>
        <p:spPr>
          <a:xfrm>
            <a:off x="8244514" y="7472806"/>
            <a:ext cx="3596004" cy="654050"/>
          </a:xfrm>
          <a:prstGeom prst="rect">
            <a:avLst/>
          </a:prstGeom>
          <a:noFill/>
          <a:ln>
            <a:noFill/>
          </a:ln>
        </p:spPr>
        <p:txBody>
          <a:bodyPr anchorCtr="0" anchor="t" bIns="0" lIns="0" spcFirstLastPara="1" rIns="0" wrap="square" tIns="12700">
            <a:spAutoFit/>
          </a:bodyPr>
          <a:lstStyle/>
          <a:p>
            <a:pPr indent="0" lvl="0" marL="12700" marR="5080" rtl="0" algn="l">
              <a:lnSpc>
                <a:spcPct val="114599"/>
              </a:lnSpc>
              <a:spcBef>
                <a:spcPts val="0"/>
              </a:spcBef>
              <a:spcAft>
                <a:spcPts val="0"/>
              </a:spcAft>
              <a:buNone/>
            </a:pPr>
            <a:r>
              <a:rPr lang="en-US" sz="1800">
                <a:solidFill>
                  <a:srgbClr val="FFFFFF"/>
                </a:solidFill>
                <a:latin typeface="Verdana"/>
                <a:ea typeface="Verdana"/>
                <a:cs typeface="Verdana"/>
                <a:sym typeface="Verdana"/>
              </a:rPr>
              <a:t>5F, 3A Building, Lane 82, Duy Tan, Cau Giay, Hanoi, Vietnam</a:t>
            </a:r>
            <a:endParaRPr sz="1800">
              <a:latin typeface="Verdana"/>
              <a:ea typeface="Verdana"/>
              <a:cs typeface="Verdana"/>
              <a:sym typeface="Verdana"/>
            </a:endParaRPr>
          </a:p>
        </p:txBody>
      </p:sp>
      <p:sp>
        <p:nvSpPr>
          <p:cNvPr id="78" name="Google Shape;78;p4"/>
          <p:cNvSpPr txBox="1"/>
          <p:nvPr/>
        </p:nvSpPr>
        <p:spPr>
          <a:xfrm>
            <a:off x="8244514" y="8934856"/>
            <a:ext cx="2301875" cy="694055"/>
          </a:xfrm>
          <a:prstGeom prst="rect">
            <a:avLst/>
          </a:prstGeom>
          <a:noFill/>
          <a:ln>
            <a:noFill/>
          </a:ln>
        </p:spPr>
        <p:txBody>
          <a:bodyPr anchorCtr="0" anchor="t" bIns="0" lIns="0" spcFirstLastPara="1" rIns="0" wrap="square" tIns="72375">
            <a:spAutoFit/>
          </a:bodyPr>
          <a:lstStyle/>
          <a:p>
            <a:pPr indent="0" lvl="0" marL="12700" rtl="0" algn="l">
              <a:lnSpc>
                <a:spcPct val="100000"/>
              </a:lnSpc>
              <a:spcBef>
                <a:spcPts val="0"/>
              </a:spcBef>
              <a:spcAft>
                <a:spcPts val="0"/>
              </a:spcAft>
              <a:buNone/>
            </a:pPr>
            <a:r>
              <a:rPr lang="en-US" sz="1800">
                <a:solidFill>
                  <a:srgbClr val="FFFFFF"/>
                </a:solidFill>
                <a:latin typeface="Verdana"/>
                <a:ea typeface="Verdana"/>
                <a:cs typeface="Verdana"/>
                <a:sym typeface="Verdana"/>
              </a:rPr>
              <a:t>ThoaNTN</a:t>
            </a:r>
            <a:endParaRPr sz="1800">
              <a:latin typeface="Verdana"/>
              <a:ea typeface="Verdana"/>
              <a:cs typeface="Verdana"/>
              <a:sym typeface="Verdana"/>
            </a:endParaRPr>
          </a:p>
          <a:p>
            <a:pPr indent="0" lvl="0" marL="521334" rtl="0" algn="l">
              <a:lnSpc>
                <a:spcPct val="100000"/>
              </a:lnSpc>
              <a:spcBef>
                <a:spcPts val="470"/>
              </a:spcBef>
              <a:spcAft>
                <a:spcPts val="0"/>
              </a:spcAft>
              <a:buNone/>
            </a:pPr>
            <a:r>
              <a:rPr lang="en-US" sz="1800">
                <a:solidFill>
                  <a:srgbClr val="FFFFFF"/>
                </a:solidFill>
                <a:latin typeface="Verdana"/>
                <a:ea typeface="Verdana"/>
                <a:cs typeface="Verdana"/>
                <a:sym typeface="Verdana"/>
              </a:rPr>
              <a:t>0963-985-062</a:t>
            </a:r>
            <a:endParaRPr sz="1800">
              <a:latin typeface="Verdana"/>
              <a:ea typeface="Verdana"/>
              <a:cs typeface="Verdana"/>
              <a:sym typeface="Verdana"/>
            </a:endParaRPr>
          </a:p>
        </p:txBody>
      </p:sp>
      <p:sp>
        <p:nvSpPr>
          <p:cNvPr id="79" name="Google Shape;79;p4"/>
          <p:cNvSpPr txBox="1"/>
          <p:nvPr/>
        </p:nvSpPr>
        <p:spPr>
          <a:xfrm>
            <a:off x="8244514" y="8355492"/>
            <a:ext cx="2616200" cy="2997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800" u="sng">
                <a:solidFill>
                  <a:srgbClr val="FFFFFF"/>
                </a:solidFill>
                <a:latin typeface="Verdana"/>
                <a:ea typeface="Verdana"/>
                <a:cs typeface="Verdana"/>
                <a:sym typeface="Verdana"/>
                <a:hlinkClick r:id="rId13">
                  <a:extLst>
                    <a:ext uri="{A12FA001-AC4F-418D-AE19-62706E023703}">
                      <ahyp:hlinkClr val="tx"/>
                    </a:ext>
                  </a:extLst>
                </a:hlinkClick>
              </a:rPr>
              <a:t>vietis_edu@vietis.com.vn</a:t>
            </a:r>
            <a:endParaRPr sz="1800">
              <a:latin typeface="Verdana"/>
              <a:ea typeface="Verdana"/>
              <a:cs typeface="Verdana"/>
              <a:sym typeface="Verdana"/>
            </a:endParaRPr>
          </a:p>
        </p:txBody>
      </p:sp>
      <p:sp>
        <p:nvSpPr>
          <p:cNvPr id="80" name="Google Shape;80;p4"/>
          <p:cNvSpPr txBox="1"/>
          <p:nvPr/>
        </p:nvSpPr>
        <p:spPr>
          <a:xfrm>
            <a:off x="12552405" y="6498985"/>
            <a:ext cx="5353685" cy="163385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2800">
                <a:solidFill>
                  <a:srgbClr val="FFFFFF"/>
                </a:solidFill>
                <a:latin typeface="Arial"/>
                <a:ea typeface="Arial"/>
                <a:cs typeface="Arial"/>
                <a:sym typeface="Arial"/>
              </a:rPr>
              <a:t>株式    </a:t>
            </a:r>
            <a:r>
              <a:rPr b="1" lang="en-US" sz="2500">
                <a:solidFill>
                  <a:srgbClr val="FFFFFF"/>
                </a:solidFill>
                <a:latin typeface="Arial"/>
                <a:ea typeface="Arial"/>
                <a:cs typeface="Arial"/>
                <a:sym typeface="Arial"/>
              </a:rPr>
              <a:t>VIETIS</a:t>
            </a:r>
            <a:r>
              <a:rPr lang="en-US" sz="2800">
                <a:solidFill>
                  <a:srgbClr val="FFFFFF"/>
                </a:solidFill>
                <a:latin typeface="Arial"/>
                <a:ea typeface="Arial"/>
                <a:cs typeface="Arial"/>
                <a:sym typeface="Arial"/>
              </a:rPr>
              <a:t>ソリューション</a:t>
            </a:r>
            <a:endParaRPr sz="2800">
              <a:latin typeface="Arial"/>
              <a:ea typeface="Arial"/>
              <a:cs typeface="Arial"/>
              <a:sym typeface="Arial"/>
            </a:endParaRPr>
          </a:p>
          <a:p>
            <a:pPr indent="0" lvl="0" marL="912494" rtl="0" algn="l">
              <a:lnSpc>
                <a:spcPct val="100000"/>
              </a:lnSpc>
              <a:spcBef>
                <a:spcPts val="165"/>
              </a:spcBef>
              <a:spcAft>
                <a:spcPts val="0"/>
              </a:spcAft>
              <a:buNone/>
            </a:pPr>
            <a:r>
              <a:rPr b="1" lang="en-US" sz="2500">
                <a:solidFill>
                  <a:srgbClr val="FFFFFF"/>
                </a:solidFill>
                <a:latin typeface="Arial"/>
                <a:ea typeface="Arial"/>
                <a:cs typeface="Arial"/>
                <a:sym typeface="Arial"/>
              </a:rPr>
              <a:t>VIETIS Edu</a:t>
            </a:r>
            <a:r>
              <a:rPr lang="en-US" sz="2800">
                <a:solidFill>
                  <a:srgbClr val="FFFFFF"/>
                </a:solidFill>
                <a:latin typeface="Arial"/>
                <a:ea typeface="Arial"/>
                <a:cs typeface="Arial"/>
                <a:sym typeface="Arial"/>
              </a:rPr>
              <a:t>事業</a:t>
            </a:r>
            <a:endParaRPr sz="2800">
              <a:latin typeface="Arial"/>
              <a:ea typeface="Arial"/>
              <a:cs typeface="Arial"/>
              <a:sym typeface="Arial"/>
            </a:endParaRPr>
          </a:p>
          <a:p>
            <a:pPr indent="0" lvl="0" marL="669290" rtl="0" algn="l">
              <a:lnSpc>
                <a:spcPct val="100000"/>
              </a:lnSpc>
              <a:spcBef>
                <a:spcPts val="875"/>
              </a:spcBef>
              <a:spcAft>
                <a:spcPts val="0"/>
              </a:spcAft>
              <a:buNone/>
            </a:pPr>
            <a:r>
              <a:rPr lang="en-US" sz="2000">
                <a:solidFill>
                  <a:srgbClr val="FFFFFF"/>
                </a:solidFill>
                <a:latin typeface="Arial"/>
                <a:ea typeface="Arial"/>
                <a:cs typeface="Arial"/>
                <a:sym typeface="Arial"/>
              </a:rPr>
              <a:t>〒</a:t>
            </a:r>
            <a:r>
              <a:rPr lang="en-US" sz="1800">
                <a:solidFill>
                  <a:srgbClr val="FFFFFF"/>
                </a:solidFill>
                <a:latin typeface="Verdana"/>
                <a:ea typeface="Verdana"/>
                <a:cs typeface="Verdana"/>
                <a:sym typeface="Verdana"/>
              </a:rPr>
              <a:t>103-0013 </a:t>
            </a:r>
            <a:r>
              <a:rPr lang="en-US" sz="2000">
                <a:solidFill>
                  <a:srgbClr val="FFFFFF"/>
                </a:solidFill>
                <a:latin typeface="Arial"/>
                <a:ea typeface="Arial"/>
                <a:cs typeface="Arial"/>
                <a:sym typeface="Arial"/>
              </a:rPr>
              <a:t>東  都中央  ⽇  橋  形  </a:t>
            </a:r>
            <a:r>
              <a:rPr lang="en-US" sz="1800">
                <a:solidFill>
                  <a:srgbClr val="FFFFFF"/>
                </a:solidFill>
                <a:latin typeface="Verdana"/>
                <a:ea typeface="Verdana"/>
                <a:cs typeface="Verdana"/>
                <a:sym typeface="Verdana"/>
              </a:rPr>
              <a:t>3-3-10</a:t>
            </a:r>
            <a:endParaRPr sz="1800">
              <a:latin typeface="Verdana"/>
              <a:ea typeface="Verdana"/>
              <a:cs typeface="Verdana"/>
              <a:sym typeface="Verdana"/>
            </a:endParaRPr>
          </a:p>
          <a:p>
            <a:pPr indent="0" lvl="0" marL="669290" rtl="0" algn="l">
              <a:lnSpc>
                <a:spcPct val="100000"/>
              </a:lnSpc>
              <a:spcBef>
                <a:spcPts val="75"/>
              </a:spcBef>
              <a:spcAft>
                <a:spcPts val="0"/>
              </a:spcAft>
              <a:buNone/>
            </a:pPr>
            <a:r>
              <a:rPr lang="en-US" sz="2000">
                <a:solidFill>
                  <a:srgbClr val="FFFFFF"/>
                </a:solidFill>
                <a:latin typeface="Arial"/>
                <a:ea typeface="Arial"/>
                <a:cs typeface="Arial"/>
                <a:sym typeface="Arial"/>
              </a:rPr>
              <a:t>⽇  橋 </a:t>
            </a:r>
            <a:r>
              <a:rPr lang="en-US" sz="1800">
                <a:solidFill>
                  <a:srgbClr val="FFFFFF"/>
                </a:solidFill>
                <a:latin typeface="Verdana"/>
                <a:ea typeface="Verdana"/>
                <a:cs typeface="Verdana"/>
                <a:sym typeface="Verdana"/>
              </a:rPr>
              <a:t>TEC</a:t>
            </a:r>
            <a:r>
              <a:rPr lang="en-US" sz="2000">
                <a:solidFill>
                  <a:srgbClr val="FFFFFF"/>
                </a:solidFill>
                <a:latin typeface="Arial"/>
                <a:ea typeface="Arial"/>
                <a:cs typeface="Arial"/>
                <a:sym typeface="Arial"/>
              </a:rPr>
              <a:t>ビル</a:t>
            </a:r>
            <a:r>
              <a:rPr lang="en-US" sz="1800">
                <a:solidFill>
                  <a:srgbClr val="FFFFFF"/>
                </a:solidFill>
                <a:latin typeface="Verdana"/>
                <a:ea typeface="Verdana"/>
                <a:cs typeface="Verdana"/>
                <a:sym typeface="Verdana"/>
              </a:rPr>
              <a:t>7</a:t>
            </a:r>
            <a:r>
              <a:rPr lang="en-US" sz="2000">
                <a:solidFill>
                  <a:srgbClr val="FFFFFF"/>
                </a:solidFill>
                <a:latin typeface="Arial"/>
                <a:ea typeface="Arial"/>
                <a:cs typeface="Arial"/>
                <a:sym typeface="Arial"/>
              </a:rPr>
              <a:t> </a:t>
            </a:r>
            <a:endParaRPr sz="2000">
              <a:latin typeface="Arial"/>
              <a:ea typeface="Arial"/>
              <a:cs typeface="Arial"/>
              <a:sym typeface="Arial"/>
            </a:endParaRPr>
          </a:p>
        </p:txBody>
      </p:sp>
      <p:sp>
        <p:nvSpPr>
          <p:cNvPr id="81" name="Google Shape;81;p4"/>
          <p:cNvSpPr txBox="1"/>
          <p:nvPr/>
        </p:nvSpPr>
        <p:spPr>
          <a:xfrm>
            <a:off x="13209218" y="8904067"/>
            <a:ext cx="2099310" cy="663002"/>
          </a:xfrm>
          <a:prstGeom prst="rect">
            <a:avLst/>
          </a:prstGeom>
          <a:noFill/>
          <a:ln>
            <a:noFill/>
          </a:ln>
        </p:spPr>
        <p:txBody>
          <a:bodyPr anchorCtr="0" anchor="t" bIns="0" lIns="0" spcFirstLastPara="1" rIns="0" wrap="square" tIns="77450">
            <a:spAutoFit/>
          </a:bodyPr>
          <a:lstStyle/>
          <a:p>
            <a:pPr indent="0" lvl="0" marL="12700" rtl="0" algn="l">
              <a:lnSpc>
                <a:spcPct val="100000"/>
              </a:lnSpc>
              <a:spcBef>
                <a:spcPts val="0"/>
              </a:spcBef>
              <a:spcAft>
                <a:spcPts val="0"/>
              </a:spcAft>
              <a:buNone/>
            </a:pPr>
            <a:r>
              <a:rPr lang="en-US" sz="2000">
                <a:solidFill>
                  <a:srgbClr val="FFFFFF"/>
                </a:solidFill>
                <a:latin typeface="Arial"/>
                <a:ea typeface="Arial"/>
                <a:cs typeface="Arial"/>
                <a:sym typeface="Arial"/>
              </a:rPr>
              <a:t>吉⽥ </a:t>
            </a:r>
            <a:endParaRPr sz="2000">
              <a:latin typeface="Arial"/>
              <a:ea typeface="Arial"/>
              <a:cs typeface="Arial"/>
              <a:sym typeface="Arial"/>
            </a:endParaRPr>
          </a:p>
          <a:p>
            <a:pPr indent="0" lvl="0" marL="0" rtl="0" algn="l">
              <a:spcBef>
                <a:spcPts val="0"/>
              </a:spcBef>
              <a:spcAft>
                <a:spcPts val="0"/>
              </a:spcAft>
              <a:buNone/>
            </a:pPr>
            <a:r>
              <a:rPr lang="en-US" sz="1800">
                <a:solidFill>
                  <a:schemeClr val="lt1"/>
                </a:solidFill>
                <a:latin typeface="Arial"/>
                <a:ea typeface="Arial"/>
                <a:cs typeface="Arial"/>
                <a:sym typeface="Arial"/>
              </a:rPr>
              <a:t>          03-5759-4881</a:t>
            </a:r>
            <a:endParaRPr sz="1200">
              <a:solidFill>
                <a:srgbClr val="000000"/>
              </a:solidFill>
              <a:latin typeface="Arial"/>
              <a:ea typeface="Arial"/>
              <a:cs typeface="Arial"/>
              <a:sym typeface="Arial"/>
            </a:endParaRPr>
          </a:p>
        </p:txBody>
      </p:sp>
      <p:sp>
        <p:nvSpPr>
          <p:cNvPr id="82" name="Google Shape;82;p4"/>
          <p:cNvSpPr/>
          <p:nvPr/>
        </p:nvSpPr>
        <p:spPr>
          <a:xfrm>
            <a:off x="13108140" y="8287294"/>
            <a:ext cx="3181357" cy="410369"/>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rPr lang="en-US" sz="1800">
                <a:solidFill>
                  <a:schemeClr val="lt1"/>
                </a:solidFill>
                <a:latin typeface="Arial"/>
                <a:ea typeface="Arial"/>
                <a:cs typeface="Arial"/>
                <a:sym typeface="Arial"/>
              </a:rPr>
              <a:t>vietis.sale@vietis.com.vn</a:t>
            </a:r>
            <a:endParaRPr sz="18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2024-02-15T09:15:35Z</dcterms:created>
  <dc:creator>Trung Pham Duc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2023-12-09T00:00:00Z</vt:filetime>
  </property>
  <property fmtid="{D5CDD505-2E9C-101B-9397-08002B2CF9AE}" pid="3" name="Creator">
    <vt:lpwstr>Canva</vt:lpwstr>
  </property>
  <property fmtid="{D5CDD505-2E9C-101B-9397-08002B2CF9AE}" pid="4" name="LastSaved">
    <vt:filetime>2024-02-15T00:00:00Z</vt:filetime>
  </property>
  <property fmtid="{D5CDD505-2E9C-101B-9397-08002B2CF9AE}" pid="5" name="Producer">
    <vt:lpwstr>3-Heights(TM) PDF Security Shell 4.8.25.2 (http://www.pdf-tools.com)</vt:lpwstr>
  </property>
</Properties>
</file>